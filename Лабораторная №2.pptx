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Masters/slideMaster93.xml" ContentType="application/vnd.openxmlformats-officedocument.presentationml.slideMaster+xml"/>
  <Override PartName="/ppt/slideMasters/slideMaster94.xml" ContentType="application/vnd.openxmlformats-officedocument.presentationml.slideMaster+xml"/>
  <Override PartName="/ppt/slideMasters/slideMaster95.xml" ContentType="application/vnd.openxmlformats-officedocument.presentationml.slideMaster+xml"/>
  <Override PartName="/ppt/slideMasters/slideMaster96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98.xml" ContentType="application/vnd.openxmlformats-officedocument.presentationml.slideMaster+xml"/>
  <Override PartName="/ppt/slideMasters/slideMaster99.xml" ContentType="application/vnd.openxmlformats-officedocument.presentationml.slideMaster+xml"/>
  <Override PartName="/ppt/slideMasters/slideMaster100.xml" ContentType="application/vnd.openxmlformats-officedocument.presentationml.slideMaster+xml"/>
  <Override PartName="/ppt/slideMasters/slideMaster101.xml" ContentType="application/vnd.openxmlformats-officedocument.presentationml.slideMaster+xml"/>
  <Override PartName="/ppt/slideMasters/slideMaster102.xml" ContentType="application/vnd.openxmlformats-officedocument.presentationml.slideMaster+xml"/>
  <Override PartName="/ppt/slideMasters/slideMaster103.xml" ContentType="application/vnd.openxmlformats-officedocument.presentationml.slideMaster+xml"/>
  <Override PartName="/ppt/slideMasters/slideMaster104.xml" ContentType="application/vnd.openxmlformats-officedocument.presentationml.slideMaster+xml"/>
  <Override PartName="/ppt/slideMasters/slideMaster105.xml" ContentType="application/vnd.openxmlformats-officedocument.presentationml.slideMaster+xml"/>
  <Override PartName="/ppt/slideMasters/slideMaster106.xml" ContentType="application/vnd.openxmlformats-officedocument.presentationml.slideMaster+xml"/>
  <Override PartName="/ppt/slideMasters/slideMaster107.xml" ContentType="application/vnd.openxmlformats-officedocument.presentationml.slideMaster+xml"/>
  <Override PartName="/ppt/slideMasters/slideMaster108.xml" ContentType="application/vnd.openxmlformats-officedocument.presentationml.slideMaster+xml"/>
  <Override PartName="/ppt/slideMasters/slideMaster109.xml" ContentType="application/vnd.openxmlformats-officedocument.presentationml.slideMaster+xml"/>
  <Override PartName="/ppt/slideMasters/slideMaster110.xml" ContentType="application/vnd.openxmlformats-officedocument.presentationml.slideMaster+xml"/>
  <Override PartName="/ppt/slideMasters/slideMaster111.xml" ContentType="application/vnd.openxmlformats-officedocument.presentationml.slideMaster+xml"/>
  <Override PartName="/ppt/slideMasters/slideMaster112.xml" ContentType="application/vnd.openxmlformats-officedocument.presentationml.slideMaster+xml"/>
  <Override PartName="/ppt/slideMasters/slideMaster113.xml" ContentType="application/vnd.openxmlformats-officedocument.presentationml.slideMaster+xml"/>
  <Override PartName="/ppt/slideMasters/slideMaster114.xml" ContentType="application/vnd.openxmlformats-officedocument.presentationml.slideMaster+xml"/>
  <Override PartName="/ppt/slideMasters/slideMaster115.xml" ContentType="application/vnd.openxmlformats-officedocument.presentationml.slideMaster+xml"/>
  <Override PartName="/ppt/slideMasters/slideMaster116.xml" ContentType="application/vnd.openxmlformats-officedocument.presentationml.slideMaster+xml"/>
  <Override PartName="/ppt/slideMasters/slideMaster117.xml" ContentType="application/vnd.openxmlformats-officedocument.presentationml.slideMaster+xml"/>
  <Override PartName="/ppt/slideMasters/slideMaster118.xml" ContentType="application/vnd.openxmlformats-officedocument.presentationml.slideMaster+xml"/>
  <Override PartName="/ppt/slideMasters/slideMaster119.xml" ContentType="application/vnd.openxmlformats-officedocument.presentationml.slideMaster+xml"/>
  <Override PartName="/ppt/slideMasters/slideMaster120.xml" ContentType="application/vnd.openxmlformats-officedocument.presentationml.slideMaster+xml"/>
  <Override PartName="/ppt/slideMasters/slideMaster121.xml" ContentType="application/vnd.openxmlformats-officedocument.presentationml.slideMaster+xml"/>
  <Override PartName="/ppt/slideMasters/slideMaster122.xml" ContentType="application/vnd.openxmlformats-officedocument.presentationml.slideMaster+xml"/>
  <Override PartName="/ppt/slideMasters/slideMaster123.xml" ContentType="application/vnd.openxmlformats-officedocument.presentationml.slideMaster+xml"/>
  <Override PartName="/ppt/slideMasters/slideMaster124.xml" ContentType="application/vnd.openxmlformats-officedocument.presentationml.slideMaster+xml"/>
  <Override PartName="/ppt/slideMasters/slideMaster125.xml" ContentType="application/vnd.openxmlformats-officedocument.presentationml.slideMaster+xml"/>
  <Override PartName="/ppt/slideMasters/slideMaster126.xml" ContentType="application/vnd.openxmlformats-officedocument.presentationml.slideMaster+xml"/>
  <Override PartName="/ppt/slideMasters/slideMaster127.xml" ContentType="application/vnd.openxmlformats-officedocument.presentationml.slideMaster+xml"/>
  <Override PartName="/ppt/slideMasters/slideMaster128.xml" ContentType="application/vnd.openxmlformats-officedocument.presentationml.slideMaster+xml"/>
  <Override PartName="/ppt/slideMasters/slideMaster129.xml" ContentType="application/vnd.openxmlformats-officedocument.presentationml.slideMaster+xml"/>
  <Override PartName="/ppt/slideMasters/slideMaster130.xml" ContentType="application/vnd.openxmlformats-officedocument.presentationml.slideMaster+xml"/>
  <Override PartName="/ppt/slideMasters/slideMaster131.xml" ContentType="application/vnd.openxmlformats-officedocument.presentationml.slideMaster+xml"/>
  <Override PartName="/ppt/slideMasters/slideMaster132.xml" ContentType="application/vnd.openxmlformats-officedocument.presentationml.slideMaster+xml"/>
  <Override PartName="/ppt/slideMasters/slideMaster133.xml" ContentType="application/vnd.openxmlformats-officedocument.presentationml.slideMaster+xml"/>
  <Override PartName="/ppt/slideMasters/slideMaster134.xml" ContentType="application/vnd.openxmlformats-officedocument.presentationml.slideMaster+xml"/>
  <Override PartName="/ppt/slideMasters/slideMaster135.xml" ContentType="application/vnd.openxmlformats-officedocument.presentationml.slideMaster+xml"/>
  <Override PartName="/ppt/slideMasters/slideMaster136.xml" ContentType="application/vnd.openxmlformats-officedocument.presentationml.slideMaster+xml"/>
  <Override PartName="/ppt/slideMasters/slideMaster137.xml" ContentType="application/vnd.openxmlformats-officedocument.presentationml.slideMaster+xml"/>
  <Override PartName="/ppt/slideMasters/slideMaster138.xml" ContentType="application/vnd.openxmlformats-officedocument.presentationml.slideMaster+xml"/>
  <Override PartName="/ppt/slideMasters/slideMaster139.xml" ContentType="application/vnd.openxmlformats-officedocument.presentationml.slideMaster+xml"/>
  <Override PartName="/ppt/slideMasters/slideMaster140.xml" ContentType="application/vnd.openxmlformats-officedocument.presentationml.slideMaster+xml"/>
  <Override PartName="/ppt/slideMasters/slideMaster141.xml" ContentType="application/vnd.openxmlformats-officedocument.presentationml.slideMaster+xml"/>
  <Override PartName="/ppt/slideMasters/slideMaster142.xml" ContentType="application/vnd.openxmlformats-officedocument.presentationml.slideMaster+xml"/>
  <Override PartName="/ppt/slideMasters/slideMaster143.xml" ContentType="application/vnd.openxmlformats-officedocument.presentationml.slideMaster+xml"/>
  <Override PartName="/ppt/slideMasters/slideMaster144.xml" ContentType="application/vnd.openxmlformats-officedocument.presentationml.slideMaster+xml"/>
  <Override PartName="/ppt/slideMasters/slideMaster145.xml" ContentType="application/vnd.openxmlformats-officedocument.presentationml.slideMaster+xml"/>
  <Override PartName="/ppt/slideMasters/slideMaster146.xml" ContentType="application/vnd.openxmlformats-officedocument.presentationml.slideMaster+xml"/>
  <Override PartName="/ppt/slideMasters/slideMaster147.xml" ContentType="application/vnd.openxmlformats-officedocument.presentationml.slideMaster+xml"/>
  <Override PartName="/ppt/slideMasters/slideMaster148.xml" ContentType="application/vnd.openxmlformats-officedocument.presentationml.slideMaster+xml"/>
  <Override PartName="/ppt/slideMasters/slideMaster149.xml" ContentType="application/vnd.openxmlformats-officedocument.presentationml.slideMaster+xml"/>
  <Override PartName="/ppt/slideMasters/slideMaster150.xml" ContentType="application/vnd.openxmlformats-officedocument.presentationml.slideMaster+xml"/>
  <Override PartName="/ppt/slideMasters/slideMaster151.xml" ContentType="application/vnd.openxmlformats-officedocument.presentationml.slideMaster+xml"/>
  <Override PartName="/ppt/slideMasters/slideMaster152.xml" ContentType="application/vnd.openxmlformats-officedocument.presentationml.slideMaster+xml"/>
  <Override PartName="/ppt/slideMasters/slideMaster153.xml" ContentType="application/vnd.openxmlformats-officedocument.presentationml.slideMaster+xml"/>
  <Override PartName="/ppt/slideMasters/slideMaster154.xml" ContentType="application/vnd.openxmlformats-officedocument.presentationml.slideMaster+xml"/>
  <Override PartName="/ppt/slideMasters/slideMaster155.xml" ContentType="application/vnd.openxmlformats-officedocument.presentationml.slideMaster+xml"/>
  <Override PartName="/ppt/slideMasters/slideMaster156.xml" ContentType="application/vnd.openxmlformats-officedocument.presentationml.slideMaster+xml"/>
  <Override PartName="/ppt/slideMasters/slideMaster157.xml" ContentType="application/vnd.openxmlformats-officedocument.presentationml.slideMaster+xml"/>
  <Override PartName="/ppt/slideMasters/slideMaster158.xml" ContentType="application/vnd.openxmlformats-officedocument.presentationml.slideMaster+xml"/>
  <Override PartName="/ppt/slideMasters/slideMaster159.xml" ContentType="application/vnd.openxmlformats-officedocument.presentationml.slideMaster+xml"/>
  <Override PartName="/ppt/slideMasters/slideMaster160.xml" ContentType="application/vnd.openxmlformats-officedocument.presentationml.slideMaster+xml"/>
  <Override PartName="/ppt/slideMasters/slideMaster161.xml" ContentType="application/vnd.openxmlformats-officedocument.presentationml.slideMaster+xml"/>
  <Override PartName="/ppt/slideMasters/slideMaster162.xml" ContentType="application/vnd.openxmlformats-officedocument.presentationml.slideMaster+xml"/>
  <Override PartName="/ppt/slideMasters/slideMaster163.xml" ContentType="application/vnd.openxmlformats-officedocument.presentationml.slideMaster+xml"/>
  <Override PartName="/ppt/slideMasters/slideMaster164.xml" ContentType="application/vnd.openxmlformats-officedocument.presentationml.slideMaster+xml"/>
  <Override PartName="/ppt/slideMasters/slideMaster165.xml" ContentType="application/vnd.openxmlformats-officedocument.presentationml.slideMaster+xml"/>
  <Override PartName="/ppt/slideMasters/slideMaster16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ppt/slideLayouts/slideLayout25.xml" ContentType="application/vnd.openxmlformats-officedocument.presentationml.slideLayout+xml"/>
  <Override PartName="/ppt/theme/theme25.xml" ContentType="application/vnd.openxmlformats-officedocument.theme+xml"/>
  <Override PartName="/ppt/slideLayouts/slideLayout26.xml" ContentType="application/vnd.openxmlformats-officedocument.presentationml.slideLayout+xml"/>
  <Override PartName="/ppt/theme/theme26.xml" ContentType="application/vnd.openxmlformats-officedocument.theme+xml"/>
  <Override PartName="/ppt/slideLayouts/slideLayout27.xml" ContentType="application/vnd.openxmlformats-officedocument.presentationml.slideLayout+xml"/>
  <Override PartName="/ppt/theme/theme27.xml" ContentType="application/vnd.openxmlformats-officedocument.theme+xml"/>
  <Override PartName="/ppt/slideLayouts/slideLayout28.xml" ContentType="application/vnd.openxmlformats-officedocument.presentationml.slideLayout+xml"/>
  <Override PartName="/ppt/theme/theme28.xml" ContentType="application/vnd.openxmlformats-officedocument.theme+xml"/>
  <Override PartName="/ppt/slideLayouts/slideLayout29.xml" ContentType="application/vnd.openxmlformats-officedocument.presentationml.slideLayout+xml"/>
  <Override PartName="/ppt/theme/theme29.xml" ContentType="application/vnd.openxmlformats-officedocument.theme+xml"/>
  <Override PartName="/ppt/slideLayouts/slideLayout30.xml" ContentType="application/vnd.openxmlformats-officedocument.presentationml.slideLayout+xml"/>
  <Override PartName="/ppt/theme/theme30.xml" ContentType="application/vnd.openxmlformats-officedocument.theme+xml"/>
  <Override PartName="/ppt/slideLayouts/slideLayout31.xml" ContentType="application/vnd.openxmlformats-officedocument.presentationml.slideLayout+xml"/>
  <Override PartName="/ppt/theme/theme31.xml" ContentType="application/vnd.openxmlformats-officedocument.theme+xml"/>
  <Override PartName="/ppt/slideLayouts/slideLayout32.xml" ContentType="application/vnd.openxmlformats-officedocument.presentationml.slideLayout+xml"/>
  <Override PartName="/ppt/theme/theme32.xml" ContentType="application/vnd.openxmlformats-officedocument.theme+xml"/>
  <Override PartName="/ppt/slideLayouts/slideLayout33.xml" ContentType="application/vnd.openxmlformats-officedocument.presentationml.slideLayout+xml"/>
  <Override PartName="/ppt/theme/theme33.xml" ContentType="application/vnd.openxmlformats-officedocument.theme+xml"/>
  <Override PartName="/ppt/slideLayouts/slideLayout34.xml" ContentType="application/vnd.openxmlformats-officedocument.presentationml.slideLayout+xml"/>
  <Override PartName="/ppt/theme/theme34.xml" ContentType="application/vnd.openxmlformats-officedocument.theme+xml"/>
  <Override PartName="/ppt/slideLayouts/slideLayout35.xml" ContentType="application/vnd.openxmlformats-officedocument.presentationml.slideLayout+xml"/>
  <Override PartName="/ppt/theme/theme35.xml" ContentType="application/vnd.openxmlformats-officedocument.theme+xml"/>
  <Override PartName="/ppt/slideLayouts/slideLayout36.xml" ContentType="application/vnd.openxmlformats-officedocument.presentationml.slideLayout+xml"/>
  <Override PartName="/ppt/theme/theme36.xml" ContentType="application/vnd.openxmlformats-officedocument.theme+xml"/>
  <Override PartName="/ppt/slideLayouts/slideLayout37.xml" ContentType="application/vnd.openxmlformats-officedocument.presentationml.slideLayout+xml"/>
  <Override PartName="/ppt/theme/theme37.xml" ContentType="application/vnd.openxmlformats-officedocument.theme+xml"/>
  <Override PartName="/ppt/slideLayouts/slideLayout38.xml" ContentType="application/vnd.openxmlformats-officedocument.presentationml.slideLayout+xml"/>
  <Override PartName="/ppt/theme/theme38.xml" ContentType="application/vnd.openxmlformats-officedocument.theme+xml"/>
  <Override PartName="/ppt/slideLayouts/slideLayout39.xml" ContentType="application/vnd.openxmlformats-officedocument.presentationml.slideLayout+xml"/>
  <Override PartName="/ppt/theme/theme39.xml" ContentType="application/vnd.openxmlformats-officedocument.theme+xml"/>
  <Override PartName="/ppt/slideLayouts/slideLayout40.xml" ContentType="application/vnd.openxmlformats-officedocument.presentationml.slideLayout+xml"/>
  <Override PartName="/ppt/theme/theme40.xml" ContentType="application/vnd.openxmlformats-officedocument.theme+xml"/>
  <Override PartName="/ppt/slideLayouts/slideLayout41.xml" ContentType="application/vnd.openxmlformats-officedocument.presentationml.slideLayout+xml"/>
  <Override PartName="/ppt/theme/theme41.xml" ContentType="application/vnd.openxmlformats-officedocument.theme+xml"/>
  <Override PartName="/ppt/slideLayouts/slideLayout42.xml" ContentType="application/vnd.openxmlformats-officedocument.presentationml.slideLayout+xml"/>
  <Override PartName="/ppt/theme/theme42.xml" ContentType="application/vnd.openxmlformats-officedocument.theme+xml"/>
  <Override PartName="/ppt/slideLayouts/slideLayout43.xml" ContentType="application/vnd.openxmlformats-officedocument.presentationml.slideLayout+xml"/>
  <Override PartName="/ppt/theme/theme43.xml" ContentType="application/vnd.openxmlformats-officedocument.theme+xml"/>
  <Override PartName="/ppt/slideLayouts/slideLayout44.xml" ContentType="application/vnd.openxmlformats-officedocument.presentationml.slideLayout+xml"/>
  <Override PartName="/ppt/theme/theme44.xml" ContentType="application/vnd.openxmlformats-officedocument.theme+xml"/>
  <Override PartName="/ppt/slideLayouts/slideLayout45.xml" ContentType="application/vnd.openxmlformats-officedocument.presentationml.slideLayout+xml"/>
  <Override PartName="/ppt/theme/theme45.xml" ContentType="application/vnd.openxmlformats-officedocument.theme+xml"/>
  <Override PartName="/ppt/slideLayouts/slideLayout46.xml" ContentType="application/vnd.openxmlformats-officedocument.presentationml.slideLayout+xml"/>
  <Override PartName="/ppt/theme/theme46.xml" ContentType="application/vnd.openxmlformats-officedocument.theme+xml"/>
  <Override PartName="/ppt/slideLayouts/slideLayout47.xml" ContentType="application/vnd.openxmlformats-officedocument.presentationml.slideLayout+xml"/>
  <Override PartName="/ppt/theme/theme47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8.xml" ContentType="application/vnd.openxmlformats-officedocument.theme+xml"/>
  <Override PartName="/ppt/slideLayouts/slideLayout61.xml" ContentType="application/vnd.openxmlformats-officedocument.presentationml.slideLayout+xml"/>
  <Override PartName="/ppt/theme/theme49.xml" ContentType="application/vnd.openxmlformats-officedocument.theme+xml"/>
  <Override PartName="/ppt/slideLayouts/slideLayout62.xml" ContentType="application/vnd.openxmlformats-officedocument.presentationml.slideLayout+xml"/>
  <Override PartName="/ppt/theme/theme50.xml" ContentType="application/vnd.openxmlformats-officedocument.theme+xml"/>
  <Override PartName="/ppt/slideLayouts/slideLayout63.xml" ContentType="application/vnd.openxmlformats-officedocument.presentationml.slideLayout+xml"/>
  <Override PartName="/ppt/theme/theme51.xml" ContentType="application/vnd.openxmlformats-officedocument.theme+xml"/>
  <Override PartName="/ppt/slideLayouts/slideLayout64.xml" ContentType="application/vnd.openxmlformats-officedocument.presentationml.slideLayout+xml"/>
  <Override PartName="/ppt/theme/theme52.xml" ContentType="application/vnd.openxmlformats-officedocument.theme+xml"/>
  <Override PartName="/ppt/slideLayouts/slideLayout65.xml" ContentType="application/vnd.openxmlformats-officedocument.presentationml.slideLayout+xml"/>
  <Override PartName="/ppt/theme/theme53.xml" ContentType="application/vnd.openxmlformats-officedocument.theme+xml"/>
  <Override PartName="/ppt/slideLayouts/slideLayout66.xml" ContentType="application/vnd.openxmlformats-officedocument.presentationml.slideLayout+xml"/>
  <Override PartName="/ppt/theme/theme54.xml" ContentType="application/vnd.openxmlformats-officedocument.theme+xml"/>
  <Override PartName="/ppt/slideLayouts/slideLayout67.xml" ContentType="application/vnd.openxmlformats-officedocument.presentationml.slideLayout+xml"/>
  <Override PartName="/ppt/theme/theme55.xml" ContentType="application/vnd.openxmlformats-officedocument.theme+xml"/>
  <Override PartName="/ppt/slideLayouts/slideLayout68.xml" ContentType="application/vnd.openxmlformats-officedocument.presentationml.slideLayout+xml"/>
  <Override PartName="/ppt/theme/theme56.xml" ContentType="application/vnd.openxmlformats-officedocument.theme+xml"/>
  <Override PartName="/ppt/slideLayouts/slideLayout69.xml" ContentType="application/vnd.openxmlformats-officedocument.presentationml.slideLayout+xml"/>
  <Override PartName="/ppt/theme/theme57.xml" ContentType="application/vnd.openxmlformats-officedocument.theme+xml"/>
  <Override PartName="/ppt/slideLayouts/slideLayout70.xml" ContentType="application/vnd.openxmlformats-officedocument.presentationml.slideLayout+xml"/>
  <Override PartName="/ppt/theme/theme58.xml" ContentType="application/vnd.openxmlformats-officedocument.theme+xml"/>
  <Override PartName="/ppt/slideLayouts/slideLayout71.xml" ContentType="application/vnd.openxmlformats-officedocument.presentationml.slideLayout+xml"/>
  <Override PartName="/ppt/theme/theme59.xml" ContentType="application/vnd.openxmlformats-officedocument.theme+xml"/>
  <Override PartName="/ppt/slideLayouts/slideLayout72.xml" ContentType="application/vnd.openxmlformats-officedocument.presentationml.slideLayout+xml"/>
  <Override PartName="/ppt/theme/theme60.xml" ContentType="application/vnd.openxmlformats-officedocument.theme+xml"/>
  <Override PartName="/ppt/slideLayouts/slideLayout73.xml" ContentType="application/vnd.openxmlformats-officedocument.presentationml.slideLayout+xml"/>
  <Override PartName="/ppt/theme/theme61.xml" ContentType="application/vnd.openxmlformats-officedocument.theme+xml"/>
  <Override PartName="/ppt/slideLayouts/slideLayout74.xml" ContentType="application/vnd.openxmlformats-officedocument.presentationml.slideLayout+xml"/>
  <Override PartName="/ppt/theme/theme62.xml" ContentType="application/vnd.openxmlformats-officedocument.theme+xml"/>
  <Override PartName="/ppt/slideLayouts/slideLayout75.xml" ContentType="application/vnd.openxmlformats-officedocument.presentationml.slideLayout+xml"/>
  <Override PartName="/ppt/theme/theme63.xml" ContentType="application/vnd.openxmlformats-officedocument.theme+xml"/>
  <Override PartName="/ppt/slideLayouts/slideLayout76.xml" ContentType="application/vnd.openxmlformats-officedocument.presentationml.slideLayout+xml"/>
  <Override PartName="/ppt/theme/theme64.xml" ContentType="application/vnd.openxmlformats-officedocument.theme+xml"/>
  <Override PartName="/ppt/slideLayouts/slideLayout77.xml" ContentType="application/vnd.openxmlformats-officedocument.presentationml.slideLayout+xml"/>
  <Override PartName="/ppt/theme/theme65.xml" ContentType="application/vnd.openxmlformats-officedocument.theme+xml"/>
  <Override PartName="/ppt/slideLayouts/slideLayout78.xml" ContentType="application/vnd.openxmlformats-officedocument.presentationml.slideLayout+xml"/>
  <Override PartName="/ppt/theme/theme66.xml" ContentType="application/vnd.openxmlformats-officedocument.theme+xml"/>
  <Override PartName="/ppt/slideLayouts/slideLayout79.xml" ContentType="application/vnd.openxmlformats-officedocument.presentationml.slideLayout+xml"/>
  <Override PartName="/ppt/theme/theme67.xml" ContentType="application/vnd.openxmlformats-officedocument.theme+xml"/>
  <Override PartName="/ppt/slideLayouts/slideLayout80.xml" ContentType="application/vnd.openxmlformats-officedocument.presentationml.slideLayout+xml"/>
  <Override PartName="/ppt/theme/theme68.xml" ContentType="application/vnd.openxmlformats-officedocument.theme+xml"/>
  <Override PartName="/ppt/slideLayouts/slideLayout81.xml" ContentType="application/vnd.openxmlformats-officedocument.presentationml.slideLayout+xml"/>
  <Override PartName="/ppt/theme/theme69.xml" ContentType="application/vnd.openxmlformats-officedocument.theme+xml"/>
  <Override PartName="/ppt/slideLayouts/slideLayout82.xml" ContentType="application/vnd.openxmlformats-officedocument.presentationml.slideLayout+xml"/>
  <Override PartName="/ppt/theme/theme70.xml" ContentType="application/vnd.openxmlformats-officedocument.theme+xml"/>
  <Override PartName="/ppt/slideLayouts/slideLayout83.xml" ContentType="application/vnd.openxmlformats-officedocument.presentationml.slideLayout+xml"/>
  <Override PartName="/ppt/theme/theme71.xml" ContentType="application/vnd.openxmlformats-officedocument.theme+xml"/>
  <Override PartName="/ppt/slideLayouts/slideLayout84.xml" ContentType="application/vnd.openxmlformats-officedocument.presentationml.slideLayout+xml"/>
  <Override PartName="/ppt/theme/theme72.xml" ContentType="application/vnd.openxmlformats-officedocument.theme+xml"/>
  <Override PartName="/ppt/slideLayouts/slideLayout85.xml" ContentType="application/vnd.openxmlformats-officedocument.presentationml.slideLayout+xml"/>
  <Override PartName="/ppt/theme/theme73.xml" ContentType="application/vnd.openxmlformats-officedocument.theme+xml"/>
  <Override PartName="/ppt/slideLayouts/slideLayout86.xml" ContentType="application/vnd.openxmlformats-officedocument.presentationml.slideLayout+xml"/>
  <Override PartName="/ppt/theme/theme74.xml" ContentType="application/vnd.openxmlformats-officedocument.theme+xml"/>
  <Override PartName="/ppt/slideLayouts/slideLayout87.xml" ContentType="application/vnd.openxmlformats-officedocument.presentationml.slideLayout+xml"/>
  <Override PartName="/ppt/theme/theme75.xml" ContentType="application/vnd.openxmlformats-officedocument.theme+xml"/>
  <Override PartName="/ppt/slideLayouts/slideLayout88.xml" ContentType="application/vnd.openxmlformats-officedocument.presentationml.slideLayout+xml"/>
  <Override PartName="/ppt/theme/theme76.xml" ContentType="application/vnd.openxmlformats-officedocument.theme+xml"/>
  <Override PartName="/ppt/slideLayouts/slideLayout89.xml" ContentType="application/vnd.openxmlformats-officedocument.presentationml.slideLayout+xml"/>
  <Override PartName="/ppt/theme/theme77.xml" ContentType="application/vnd.openxmlformats-officedocument.theme+xml"/>
  <Override PartName="/ppt/slideLayouts/slideLayout90.xml" ContentType="application/vnd.openxmlformats-officedocument.presentationml.slideLayout+xml"/>
  <Override PartName="/ppt/theme/theme78.xml" ContentType="application/vnd.openxmlformats-officedocument.theme+xml"/>
  <Override PartName="/ppt/slideLayouts/slideLayout91.xml" ContentType="application/vnd.openxmlformats-officedocument.presentationml.slideLayout+xml"/>
  <Override PartName="/ppt/theme/theme79.xml" ContentType="application/vnd.openxmlformats-officedocument.theme+xml"/>
  <Override PartName="/ppt/slideLayouts/slideLayout92.xml" ContentType="application/vnd.openxmlformats-officedocument.presentationml.slideLayout+xml"/>
  <Override PartName="/ppt/theme/theme80.xml" ContentType="application/vnd.openxmlformats-officedocument.theme+xml"/>
  <Override PartName="/ppt/slideLayouts/slideLayout93.xml" ContentType="application/vnd.openxmlformats-officedocument.presentationml.slideLayout+xml"/>
  <Override PartName="/ppt/theme/theme81.xml" ContentType="application/vnd.openxmlformats-officedocument.theme+xml"/>
  <Override PartName="/ppt/slideLayouts/slideLayout94.xml" ContentType="application/vnd.openxmlformats-officedocument.presentationml.slideLayout+xml"/>
  <Override PartName="/ppt/theme/theme82.xml" ContentType="application/vnd.openxmlformats-officedocument.theme+xml"/>
  <Override PartName="/ppt/slideLayouts/slideLayout95.xml" ContentType="application/vnd.openxmlformats-officedocument.presentationml.slideLayout+xml"/>
  <Override PartName="/ppt/theme/theme83.xml" ContentType="application/vnd.openxmlformats-officedocument.theme+xml"/>
  <Override PartName="/ppt/slideLayouts/slideLayout96.xml" ContentType="application/vnd.openxmlformats-officedocument.presentationml.slideLayout+xml"/>
  <Override PartName="/ppt/theme/theme84.xml" ContentType="application/vnd.openxmlformats-officedocument.theme+xml"/>
  <Override PartName="/ppt/slideLayouts/slideLayout97.xml" ContentType="application/vnd.openxmlformats-officedocument.presentationml.slideLayout+xml"/>
  <Override PartName="/ppt/theme/theme85.xml" ContentType="application/vnd.openxmlformats-officedocument.theme+xml"/>
  <Override PartName="/ppt/slideLayouts/slideLayout98.xml" ContentType="application/vnd.openxmlformats-officedocument.presentationml.slideLayout+xml"/>
  <Override PartName="/ppt/theme/theme86.xml" ContentType="application/vnd.openxmlformats-officedocument.theme+xml"/>
  <Override PartName="/ppt/slideLayouts/slideLayout99.xml" ContentType="application/vnd.openxmlformats-officedocument.presentationml.slideLayout+xml"/>
  <Override PartName="/ppt/theme/theme87.xml" ContentType="application/vnd.openxmlformats-officedocument.theme+xml"/>
  <Override PartName="/ppt/slideLayouts/slideLayout100.xml" ContentType="application/vnd.openxmlformats-officedocument.presentationml.slideLayout+xml"/>
  <Override PartName="/ppt/theme/theme88.xml" ContentType="application/vnd.openxmlformats-officedocument.theme+xml"/>
  <Override PartName="/ppt/slideLayouts/slideLayout101.xml" ContentType="application/vnd.openxmlformats-officedocument.presentationml.slideLayout+xml"/>
  <Override PartName="/ppt/theme/theme89.xml" ContentType="application/vnd.openxmlformats-officedocument.theme+xml"/>
  <Override PartName="/ppt/slideLayouts/slideLayout102.xml" ContentType="application/vnd.openxmlformats-officedocument.presentationml.slideLayout+xml"/>
  <Override PartName="/ppt/theme/theme90.xml" ContentType="application/vnd.openxmlformats-officedocument.theme+xml"/>
  <Override PartName="/ppt/slideLayouts/slideLayout103.xml" ContentType="application/vnd.openxmlformats-officedocument.presentationml.slideLayout+xml"/>
  <Override PartName="/ppt/theme/theme91.xml" ContentType="application/vnd.openxmlformats-officedocument.theme+xml"/>
  <Override PartName="/ppt/slideLayouts/slideLayout104.xml" ContentType="application/vnd.openxmlformats-officedocument.presentationml.slideLayout+xml"/>
  <Override PartName="/ppt/theme/theme92.xml" ContentType="application/vnd.openxmlformats-officedocument.theme+xml"/>
  <Override PartName="/ppt/slideLayouts/slideLayout105.xml" ContentType="application/vnd.openxmlformats-officedocument.presentationml.slideLayout+xml"/>
  <Override PartName="/ppt/theme/theme93.xml" ContentType="application/vnd.openxmlformats-officedocument.theme+xml"/>
  <Override PartName="/ppt/slideLayouts/slideLayout106.xml" ContentType="application/vnd.openxmlformats-officedocument.presentationml.slideLayout+xml"/>
  <Override PartName="/ppt/theme/theme94.xml" ContentType="application/vnd.openxmlformats-officedocument.theme+xml"/>
  <Override PartName="/ppt/slideLayouts/slideLayout107.xml" ContentType="application/vnd.openxmlformats-officedocument.presentationml.slideLayout+xml"/>
  <Override PartName="/ppt/theme/theme95.xml" ContentType="application/vnd.openxmlformats-officedocument.theme+xml"/>
  <Override PartName="/ppt/slideLayouts/slideLayout108.xml" ContentType="application/vnd.openxmlformats-officedocument.presentationml.slideLayout+xml"/>
  <Override PartName="/ppt/theme/theme96.xml" ContentType="application/vnd.openxmlformats-officedocument.theme+xml"/>
  <Override PartName="/ppt/slideLayouts/slideLayout109.xml" ContentType="application/vnd.openxmlformats-officedocument.presentationml.slideLayout+xml"/>
  <Override PartName="/ppt/theme/theme97.xml" ContentType="application/vnd.openxmlformats-officedocument.theme+xml"/>
  <Override PartName="/ppt/slideLayouts/slideLayout110.xml" ContentType="application/vnd.openxmlformats-officedocument.presentationml.slideLayout+xml"/>
  <Override PartName="/ppt/theme/theme98.xml" ContentType="application/vnd.openxmlformats-officedocument.theme+xml"/>
  <Override PartName="/ppt/slideLayouts/slideLayout111.xml" ContentType="application/vnd.openxmlformats-officedocument.presentationml.slideLayout+xml"/>
  <Override PartName="/ppt/theme/theme99.xml" ContentType="application/vnd.openxmlformats-officedocument.theme+xml"/>
  <Override PartName="/ppt/slideLayouts/slideLayout112.xml" ContentType="application/vnd.openxmlformats-officedocument.presentationml.slideLayout+xml"/>
  <Override PartName="/ppt/theme/theme100.xml" ContentType="application/vnd.openxmlformats-officedocument.theme+xml"/>
  <Override PartName="/ppt/slideLayouts/slideLayout113.xml" ContentType="application/vnd.openxmlformats-officedocument.presentationml.slideLayout+xml"/>
  <Override PartName="/ppt/theme/theme101.xml" ContentType="application/vnd.openxmlformats-officedocument.theme+xml"/>
  <Override PartName="/ppt/slideLayouts/slideLayout114.xml" ContentType="application/vnd.openxmlformats-officedocument.presentationml.slideLayout+xml"/>
  <Override PartName="/ppt/theme/theme102.xml" ContentType="application/vnd.openxmlformats-officedocument.theme+xml"/>
  <Override PartName="/ppt/slideLayouts/slideLayout115.xml" ContentType="application/vnd.openxmlformats-officedocument.presentationml.slideLayout+xml"/>
  <Override PartName="/ppt/theme/theme103.xml" ContentType="application/vnd.openxmlformats-officedocument.theme+xml"/>
  <Override PartName="/ppt/slideLayouts/slideLayout116.xml" ContentType="application/vnd.openxmlformats-officedocument.presentationml.slideLayout+xml"/>
  <Override PartName="/ppt/theme/theme104.xml" ContentType="application/vnd.openxmlformats-officedocument.theme+xml"/>
  <Override PartName="/ppt/slideLayouts/slideLayout117.xml" ContentType="application/vnd.openxmlformats-officedocument.presentationml.slideLayout+xml"/>
  <Override PartName="/ppt/theme/theme105.xml" ContentType="application/vnd.openxmlformats-officedocument.theme+xml"/>
  <Override PartName="/ppt/slideLayouts/slideLayout118.xml" ContentType="application/vnd.openxmlformats-officedocument.presentationml.slideLayout+xml"/>
  <Override PartName="/ppt/theme/theme106.xml" ContentType="application/vnd.openxmlformats-officedocument.theme+xml"/>
  <Override PartName="/ppt/slideLayouts/slideLayout119.xml" ContentType="application/vnd.openxmlformats-officedocument.presentationml.slideLayout+xml"/>
  <Override PartName="/ppt/theme/theme107.xml" ContentType="application/vnd.openxmlformats-officedocument.theme+xml"/>
  <Override PartName="/ppt/slideLayouts/slideLayout120.xml" ContentType="application/vnd.openxmlformats-officedocument.presentationml.slideLayout+xml"/>
  <Override PartName="/ppt/theme/theme108.xml" ContentType="application/vnd.openxmlformats-officedocument.theme+xml"/>
  <Override PartName="/ppt/slideLayouts/slideLayout121.xml" ContentType="application/vnd.openxmlformats-officedocument.presentationml.slideLayout+xml"/>
  <Override PartName="/ppt/theme/theme109.xml" ContentType="application/vnd.openxmlformats-officedocument.theme+xml"/>
  <Override PartName="/ppt/slideLayouts/slideLayout122.xml" ContentType="application/vnd.openxmlformats-officedocument.presentationml.slideLayout+xml"/>
  <Override PartName="/ppt/theme/theme110.xml" ContentType="application/vnd.openxmlformats-officedocument.theme+xml"/>
  <Override PartName="/ppt/slideLayouts/slideLayout123.xml" ContentType="application/vnd.openxmlformats-officedocument.presentationml.slideLayout+xml"/>
  <Override PartName="/ppt/theme/theme111.xml" ContentType="application/vnd.openxmlformats-officedocument.theme+xml"/>
  <Override PartName="/ppt/slideLayouts/slideLayout124.xml" ContentType="application/vnd.openxmlformats-officedocument.presentationml.slideLayout+xml"/>
  <Override PartName="/ppt/theme/theme112.xml" ContentType="application/vnd.openxmlformats-officedocument.theme+xml"/>
  <Override PartName="/ppt/slideLayouts/slideLayout125.xml" ContentType="application/vnd.openxmlformats-officedocument.presentationml.slideLayout+xml"/>
  <Override PartName="/ppt/theme/theme113.xml" ContentType="application/vnd.openxmlformats-officedocument.theme+xml"/>
  <Override PartName="/ppt/slideLayouts/slideLayout126.xml" ContentType="application/vnd.openxmlformats-officedocument.presentationml.slideLayout+xml"/>
  <Override PartName="/ppt/theme/theme114.xml" ContentType="application/vnd.openxmlformats-officedocument.theme+xml"/>
  <Override PartName="/ppt/slideLayouts/slideLayout127.xml" ContentType="application/vnd.openxmlformats-officedocument.presentationml.slideLayout+xml"/>
  <Override PartName="/ppt/theme/theme115.xml" ContentType="application/vnd.openxmlformats-officedocument.theme+xml"/>
  <Override PartName="/ppt/slideLayouts/slideLayout128.xml" ContentType="application/vnd.openxmlformats-officedocument.presentationml.slideLayout+xml"/>
  <Override PartName="/ppt/theme/theme116.xml" ContentType="application/vnd.openxmlformats-officedocument.theme+xml"/>
  <Override PartName="/ppt/slideLayouts/slideLayout129.xml" ContentType="application/vnd.openxmlformats-officedocument.presentationml.slideLayout+xml"/>
  <Override PartName="/ppt/theme/theme117.xml" ContentType="application/vnd.openxmlformats-officedocument.theme+xml"/>
  <Override PartName="/ppt/slideLayouts/slideLayout130.xml" ContentType="application/vnd.openxmlformats-officedocument.presentationml.slideLayout+xml"/>
  <Override PartName="/ppt/theme/theme118.xml" ContentType="application/vnd.openxmlformats-officedocument.theme+xml"/>
  <Override PartName="/ppt/slideLayouts/slideLayout131.xml" ContentType="application/vnd.openxmlformats-officedocument.presentationml.slideLayout+xml"/>
  <Override PartName="/ppt/theme/theme119.xml" ContentType="application/vnd.openxmlformats-officedocument.theme+xml"/>
  <Override PartName="/ppt/slideLayouts/slideLayout132.xml" ContentType="application/vnd.openxmlformats-officedocument.presentationml.slideLayout+xml"/>
  <Override PartName="/ppt/theme/theme120.xml" ContentType="application/vnd.openxmlformats-officedocument.theme+xml"/>
  <Override PartName="/ppt/slideLayouts/slideLayout133.xml" ContentType="application/vnd.openxmlformats-officedocument.presentationml.slideLayout+xml"/>
  <Override PartName="/ppt/theme/theme121.xml" ContentType="application/vnd.openxmlformats-officedocument.theme+xml"/>
  <Override PartName="/ppt/slideLayouts/slideLayout134.xml" ContentType="application/vnd.openxmlformats-officedocument.presentationml.slideLayout+xml"/>
  <Override PartName="/ppt/theme/theme122.xml" ContentType="application/vnd.openxmlformats-officedocument.theme+xml"/>
  <Override PartName="/ppt/slideLayouts/slideLayout135.xml" ContentType="application/vnd.openxmlformats-officedocument.presentationml.slideLayout+xml"/>
  <Override PartName="/ppt/theme/theme123.xml" ContentType="application/vnd.openxmlformats-officedocument.theme+xml"/>
  <Override PartName="/ppt/slideLayouts/slideLayout136.xml" ContentType="application/vnd.openxmlformats-officedocument.presentationml.slideLayout+xml"/>
  <Override PartName="/ppt/theme/theme124.xml" ContentType="application/vnd.openxmlformats-officedocument.theme+xml"/>
  <Override PartName="/ppt/slideLayouts/slideLayout137.xml" ContentType="application/vnd.openxmlformats-officedocument.presentationml.slideLayout+xml"/>
  <Override PartName="/ppt/theme/theme125.xml" ContentType="application/vnd.openxmlformats-officedocument.theme+xml"/>
  <Override PartName="/ppt/slideLayouts/slideLayout138.xml" ContentType="application/vnd.openxmlformats-officedocument.presentationml.slideLayout+xml"/>
  <Override PartName="/ppt/theme/theme126.xml" ContentType="application/vnd.openxmlformats-officedocument.theme+xml"/>
  <Override PartName="/ppt/slideLayouts/slideLayout139.xml" ContentType="application/vnd.openxmlformats-officedocument.presentationml.slideLayout+xml"/>
  <Override PartName="/ppt/theme/theme127.xml" ContentType="application/vnd.openxmlformats-officedocument.theme+xml"/>
  <Override PartName="/ppt/slideLayouts/slideLayout140.xml" ContentType="application/vnd.openxmlformats-officedocument.presentationml.slideLayout+xml"/>
  <Override PartName="/ppt/theme/theme128.xml" ContentType="application/vnd.openxmlformats-officedocument.theme+xml"/>
  <Override PartName="/ppt/slideLayouts/slideLayout141.xml" ContentType="application/vnd.openxmlformats-officedocument.presentationml.slideLayout+xml"/>
  <Override PartName="/ppt/theme/theme129.xml" ContentType="application/vnd.openxmlformats-officedocument.theme+xml"/>
  <Override PartName="/ppt/slideLayouts/slideLayout142.xml" ContentType="application/vnd.openxmlformats-officedocument.presentationml.slideLayout+xml"/>
  <Override PartName="/ppt/theme/theme130.xml" ContentType="application/vnd.openxmlformats-officedocument.theme+xml"/>
  <Override PartName="/ppt/slideLayouts/slideLayout143.xml" ContentType="application/vnd.openxmlformats-officedocument.presentationml.slideLayout+xml"/>
  <Override PartName="/ppt/theme/theme131.xml" ContentType="application/vnd.openxmlformats-officedocument.theme+xml"/>
  <Override PartName="/ppt/slideLayouts/slideLayout144.xml" ContentType="application/vnd.openxmlformats-officedocument.presentationml.slideLayout+xml"/>
  <Override PartName="/ppt/theme/theme132.xml" ContentType="application/vnd.openxmlformats-officedocument.theme+xml"/>
  <Override PartName="/ppt/slideLayouts/slideLayout145.xml" ContentType="application/vnd.openxmlformats-officedocument.presentationml.slideLayout+xml"/>
  <Override PartName="/ppt/theme/theme133.xml" ContentType="application/vnd.openxmlformats-officedocument.theme+xml"/>
  <Override PartName="/ppt/slideLayouts/slideLayout146.xml" ContentType="application/vnd.openxmlformats-officedocument.presentationml.slideLayout+xml"/>
  <Override PartName="/ppt/theme/theme134.xml" ContentType="application/vnd.openxmlformats-officedocument.theme+xml"/>
  <Override PartName="/ppt/slideLayouts/slideLayout147.xml" ContentType="application/vnd.openxmlformats-officedocument.presentationml.slideLayout+xml"/>
  <Override PartName="/ppt/theme/theme135.xml" ContentType="application/vnd.openxmlformats-officedocument.theme+xml"/>
  <Override PartName="/ppt/slideLayouts/slideLayout148.xml" ContentType="application/vnd.openxmlformats-officedocument.presentationml.slideLayout+xml"/>
  <Override PartName="/ppt/theme/theme136.xml" ContentType="application/vnd.openxmlformats-officedocument.theme+xml"/>
  <Override PartName="/ppt/slideLayouts/slideLayout149.xml" ContentType="application/vnd.openxmlformats-officedocument.presentationml.slideLayout+xml"/>
  <Override PartName="/ppt/theme/theme137.xml" ContentType="application/vnd.openxmlformats-officedocument.theme+xml"/>
  <Override PartName="/ppt/slideLayouts/slideLayout150.xml" ContentType="application/vnd.openxmlformats-officedocument.presentationml.slideLayout+xml"/>
  <Override PartName="/ppt/theme/theme138.xml" ContentType="application/vnd.openxmlformats-officedocument.theme+xml"/>
  <Override PartName="/ppt/slideLayouts/slideLayout151.xml" ContentType="application/vnd.openxmlformats-officedocument.presentationml.slideLayout+xml"/>
  <Override PartName="/ppt/theme/theme139.xml" ContentType="application/vnd.openxmlformats-officedocument.theme+xml"/>
  <Override PartName="/ppt/slideLayouts/slideLayout152.xml" ContentType="application/vnd.openxmlformats-officedocument.presentationml.slideLayout+xml"/>
  <Override PartName="/ppt/theme/theme140.xml" ContentType="application/vnd.openxmlformats-officedocument.theme+xml"/>
  <Override PartName="/ppt/slideLayouts/slideLayout153.xml" ContentType="application/vnd.openxmlformats-officedocument.presentationml.slideLayout+xml"/>
  <Override PartName="/ppt/theme/theme141.xml" ContentType="application/vnd.openxmlformats-officedocument.theme+xml"/>
  <Override PartName="/ppt/slideLayouts/slideLayout154.xml" ContentType="application/vnd.openxmlformats-officedocument.presentationml.slideLayout+xml"/>
  <Override PartName="/ppt/theme/theme142.xml" ContentType="application/vnd.openxmlformats-officedocument.theme+xml"/>
  <Override PartName="/ppt/slideLayouts/slideLayout155.xml" ContentType="application/vnd.openxmlformats-officedocument.presentationml.slideLayout+xml"/>
  <Override PartName="/ppt/theme/theme143.xml" ContentType="application/vnd.openxmlformats-officedocument.theme+xml"/>
  <Override PartName="/ppt/slideLayouts/slideLayout156.xml" ContentType="application/vnd.openxmlformats-officedocument.presentationml.slideLayout+xml"/>
  <Override PartName="/ppt/theme/theme144.xml" ContentType="application/vnd.openxmlformats-officedocument.theme+xml"/>
  <Override PartName="/ppt/slideLayouts/slideLayout157.xml" ContentType="application/vnd.openxmlformats-officedocument.presentationml.slideLayout+xml"/>
  <Override PartName="/ppt/theme/theme145.xml" ContentType="application/vnd.openxmlformats-officedocument.theme+xml"/>
  <Override PartName="/ppt/slideLayouts/slideLayout158.xml" ContentType="application/vnd.openxmlformats-officedocument.presentationml.slideLayout+xml"/>
  <Override PartName="/ppt/theme/theme146.xml" ContentType="application/vnd.openxmlformats-officedocument.theme+xml"/>
  <Override PartName="/ppt/slideLayouts/slideLayout159.xml" ContentType="application/vnd.openxmlformats-officedocument.presentationml.slideLayout+xml"/>
  <Override PartName="/ppt/theme/theme147.xml" ContentType="application/vnd.openxmlformats-officedocument.theme+xml"/>
  <Override PartName="/ppt/slideLayouts/slideLayout160.xml" ContentType="application/vnd.openxmlformats-officedocument.presentationml.slideLayout+xml"/>
  <Override PartName="/ppt/theme/theme148.xml" ContentType="application/vnd.openxmlformats-officedocument.theme+xml"/>
  <Override PartName="/ppt/slideLayouts/slideLayout161.xml" ContentType="application/vnd.openxmlformats-officedocument.presentationml.slideLayout+xml"/>
  <Override PartName="/ppt/theme/theme149.xml" ContentType="application/vnd.openxmlformats-officedocument.theme+xml"/>
  <Override PartName="/ppt/slideLayouts/slideLayout162.xml" ContentType="application/vnd.openxmlformats-officedocument.presentationml.slideLayout+xml"/>
  <Override PartName="/ppt/theme/theme150.xml" ContentType="application/vnd.openxmlformats-officedocument.theme+xml"/>
  <Override PartName="/ppt/slideLayouts/slideLayout163.xml" ContentType="application/vnd.openxmlformats-officedocument.presentationml.slideLayout+xml"/>
  <Override PartName="/ppt/theme/theme151.xml" ContentType="application/vnd.openxmlformats-officedocument.theme+xml"/>
  <Override PartName="/ppt/slideLayouts/slideLayout164.xml" ContentType="application/vnd.openxmlformats-officedocument.presentationml.slideLayout+xml"/>
  <Override PartName="/ppt/theme/theme152.xml" ContentType="application/vnd.openxmlformats-officedocument.theme+xml"/>
  <Override PartName="/ppt/slideLayouts/slideLayout165.xml" ContentType="application/vnd.openxmlformats-officedocument.presentationml.slideLayout+xml"/>
  <Override PartName="/ppt/theme/theme153.xml" ContentType="application/vnd.openxmlformats-officedocument.theme+xml"/>
  <Override PartName="/ppt/slideLayouts/slideLayout166.xml" ContentType="application/vnd.openxmlformats-officedocument.presentationml.slideLayout+xml"/>
  <Override PartName="/ppt/theme/theme154.xml" ContentType="application/vnd.openxmlformats-officedocument.theme+xml"/>
  <Override PartName="/ppt/slideLayouts/slideLayout167.xml" ContentType="application/vnd.openxmlformats-officedocument.presentationml.slideLayout+xml"/>
  <Override PartName="/ppt/theme/theme155.xml" ContentType="application/vnd.openxmlformats-officedocument.theme+xml"/>
  <Override PartName="/ppt/slideLayouts/slideLayout168.xml" ContentType="application/vnd.openxmlformats-officedocument.presentationml.slideLayout+xml"/>
  <Override PartName="/ppt/theme/theme156.xml" ContentType="application/vnd.openxmlformats-officedocument.theme+xml"/>
  <Override PartName="/ppt/slideLayouts/slideLayout169.xml" ContentType="application/vnd.openxmlformats-officedocument.presentationml.slideLayout+xml"/>
  <Override PartName="/ppt/theme/theme157.xml" ContentType="application/vnd.openxmlformats-officedocument.theme+xml"/>
  <Override PartName="/ppt/slideLayouts/slideLayout170.xml" ContentType="application/vnd.openxmlformats-officedocument.presentationml.slideLayout+xml"/>
  <Override PartName="/ppt/theme/theme158.xml" ContentType="application/vnd.openxmlformats-officedocument.theme+xml"/>
  <Override PartName="/ppt/slideLayouts/slideLayout171.xml" ContentType="application/vnd.openxmlformats-officedocument.presentationml.slideLayout+xml"/>
  <Override PartName="/ppt/theme/theme159.xml" ContentType="application/vnd.openxmlformats-officedocument.theme+xml"/>
  <Override PartName="/ppt/slideLayouts/slideLayout172.xml" ContentType="application/vnd.openxmlformats-officedocument.presentationml.slideLayout+xml"/>
  <Override PartName="/ppt/theme/theme160.xml" ContentType="application/vnd.openxmlformats-officedocument.theme+xml"/>
  <Override PartName="/ppt/slideLayouts/slideLayout173.xml" ContentType="application/vnd.openxmlformats-officedocument.presentationml.slideLayout+xml"/>
  <Override PartName="/ppt/theme/theme161.xml" ContentType="application/vnd.openxmlformats-officedocument.theme+xml"/>
  <Override PartName="/ppt/slideLayouts/slideLayout174.xml" ContentType="application/vnd.openxmlformats-officedocument.presentationml.slideLayout+xml"/>
  <Override PartName="/ppt/theme/theme162.xml" ContentType="application/vnd.openxmlformats-officedocument.theme+xml"/>
  <Override PartName="/ppt/slideLayouts/slideLayout175.xml" ContentType="application/vnd.openxmlformats-officedocument.presentationml.slideLayout+xml"/>
  <Override PartName="/ppt/theme/theme163.xml" ContentType="application/vnd.openxmlformats-officedocument.theme+xml"/>
  <Override PartName="/ppt/slideLayouts/slideLayout176.xml" ContentType="application/vnd.openxmlformats-officedocument.presentationml.slideLayout+xml"/>
  <Override PartName="/ppt/theme/theme164.xml" ContentType="application/vnd.openxmlformats-officedocument.theme+xml"/>
  <Override PartName="/ppt/slideLayouts/slideLayout177.xml" ContentType="application/vnd.openxmlformats-officedocument.presentationml.slideLayout+xml"/>
  <Override PartName="/ppt/theme/theme165.xml" ContentType="application/vnd.openxmlformats-officedocument.theme+xml"/>
  <Override PartName="/ppt/slideLayouts/slideLayout178.xml" ContentType="application/vnd.openxmlformats-officedocument.presentationml.slideLayout+xml"/>
  <Override PartName="/ppt/theme/theme166.xml" ContentType="application/vnd.openxmlformats-officedocument.theme+xml"/>
  <Override PartName="/ppt/theme/theme16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  <p:sldMasterId id="2147483692" r:id="rId23"/>
    <p:sldMasterId id="2147483694" r:id="rId24"/>
    <p:sldMasterId id="2147483696" r:id="rId25"/>
    <p:sldMasterId id="2147483698" r:id="rId26"/>
    <p:sldMasterId id="2147483700" r:id="rId27"/>
    <p:sldMasterId id="2147483702" r:id="rId28"/>
    <p:sldMasterId id="2147483704" r:id="rId29"/>
    <p:sldMasterId id="2147483706" r:id="rId30"/>
    <p:sldMasterId id="2147483708" r:id="rId31"/>
    <p:sldMasterId id="2147483710" r:id="rId32"/>
    <p:sldMasterId id="2147483712" r:id="rId33"/>
    <p:sldMasterId id="2147483714" r:id="rId34"/>
    <p:sldMasterId id="2147483716" r:id="rId35"/>
    <p:sldMasterId id="2147483718" r:id="rId36"/>
    <p:sldMasterId id="2147483720" r:id="rId37"/>
    <p:sldMasterId id="2147483722" r:id="rId38"/>
    <p:sldMasterId id="2147483724" r:id="rId39"/>
    <p:sldMasterId id="2147483726" r:id="rId40"/>
    <p:sldMasterId id="2147483728" r:id="rId41"/>
    <p:sldMasterId id="2147483730" r:id="rId42"/>
    <p:sldMasterId id="2147483732" r:id="rId43"/>
    <p:sldMasterId id="2147483734" r:id="rId44"/>
    <p:sldMasterId id="2147483736" r:id="rId45"/>
    <p:sldMasterId id="2147483738" r:id="rId46"/>
    <p:sldMasterId id="2147483740" r:id="rId47"/>
    <p:sldMasterId id="2147483742" r:id="rId48"/>
    <p:sldMasterId id="2147483756" r:id="rId49"/>
    <p:sldMasterId id="2147483758" r:id="rId50"/>
    <p:sldMasterId id="2147483760" r:id="rId51"/>
    <p:sldMasterId id="2147483762" r:id="rId52"/>
    <p:sldMasterId id="2147483764" r:id="rId53"/>
    <p:sldMasterId id="2147483766" r:id="rId54"/>
    <p:sldMasterId id="2147483768" r:id="rId55"/>
    <p:sldMasterId id="2147483770" r:id="rId56"/>
    <p:sldMasterId id="2147483772" r:id="rId57"/>
    <p:sldMasterId id="2147483774" r:id="rId58"/>
    <p:sldMasterId id="2147483776" r:id="rId59"/>
    <p:sldMasterId id="2147483778" r:id="rId60"/>
    <p:sldMasterId id="2147483780" r:id="rId61"/>
    <p:sldMasterId id="2147483782" r:id="rId62"/>
    <p:sldMasterId id="2147483784" r:id="rId63"/>
    <p:sldMasterId id="2147483786" r:id="rId64"/>
    <p:sldMasterId id="2147483788" r:id="rId65"/>
    <p:sldMasterId id="2147483790" r:id="rId66"/>
    <p:sldMasterId id="2147483792" r:id="rId67"/>
    <p:sldMasterId id="2147483794" r:id="rId68"/>
    <p:sldMasterId id="2147483796" r:id="rId69"/>
    <p:sldMasterId id="2147483798" r:id="rId70"/>
    <p:sldMasterId id="2147483800" r:id="rId71"/>
    <p:sldMasterId id="2147483802" r:id="rId72"/>
    <p:sldMasterId id="2147483804" r:id="rId73"/>
    <p:sldMasterId id="2147483806" r:id="rId74"/>
    <p:sldMasterId id="2147483808" r:id="rId75"/>
    <p:sldMasterId id="2147483810" r:id="rId76"/>
    <p:sldMasterId id="2147483812" r:id="rId77"/>
    <p:sldMasterId id="2147483814" r:id="rId78"/>
    <p:sldMasterId id="2147483816" r:id="rId79"/>
    <p:sldMasterId id="2147483818" r:id="rId80"/>
    <p:sldMasterId id="2147483820" r:id="rId81"/>
    <p:sldMasterId id="2147483822" r:id="rId82"/>
    <p:sldMasterId id="2147483824" r:id="rId83"/>
    <p:sldMasterId id="2147483826" r:id="rId84"/>
    <p:sldMasterId id="2147483828" r:id="rId85"/>
    <p:sldMasterId id="2147483830" r:id="rId86"/>
    <p:sldMasterId id="2147483832" r:id="rId87"/>
    <p:sldMasterId id="2147483834" r:id="rId88"/>
    <p:sldMasterId id="2147483836" r:id="rId89"/>
    <p:sldMasterId id="2147483838" r:id="rId90"/>
    <p:sldMasterId id="2147483840" r:id="rId91"/>
    <p:sldMasterId id="2147483842" r:id="rId92"/>
    <p:sldMasterId id="2147483844" r:id="rId93"/>
    <p:sldMasterId id="2147483846" r:id="rId94"/>
    <p:sldMasterId id="2147483848" r:id="rId95"/>
    <p:sldMasterId id="2147483850" r:id="rId96"/>
    <p:sldMasterId id="2147483852" r:id="rId97"/>
    <p:sldMasterId id="2147483854" r:id="rId98"/>
    <p:sldMasterId id="2147483856" r:id="rId99"/>
    <p:sldMasterId id="2147483858" r:id="rId100"/>
    <p:sldMasterId id="2147483860" r:id="rId101"/>
    <p:sldMasterId id="2147483862" r:id="rId102"/>
    <p:sldMasterId id="2147483864" r:id="rId103"/>
    <p:sldMasterId id="2147483866" r:id="rId104"/>
    <p:sldMasterId id="2147483868" r:id="rId105"/>
    <p:sldMasterId id="2147483870" r:id="rId106"/>
    <p:sldMasterId id="2147483872" r:id="rId107"/>
    <p:sldMasterId id="2147483874" r:id="rId108"/>
    <p:sldMasterId id="2147483876" r:id="rId109"/>
    <p:sldMasterId id="2147483878" r:id="rId110"/>
    <p:sldMasterId id="2147483880" r:id="rId111"/>
    <p:sldMasterId id="2147483882" r:id="rId112"/>
    <p:sldMasterId id="2147483884" r:id="rId113"/>
    <p:sldMasterId id="2147483886" r:id="rId114"/>
    <p:sldMasterId id="2147483888" r:id="rId115"/>
    <p:sldMasterId id="2147483890" r:id="rId116"/>
    <p:sldMasterId id="2147483892" r:id="rId117"/>
    <p:sldMasterId id="2147483894" r:id="rId118"/>
    <p:sldMasterId id="2147483896" r:id="rId119"/>
    <p:sldMasterId id="2147483898" r:id="rId120"/>
    <p:sldMasterId id="2147483900" r:id="rId121"/>
    <p:sldMasterId id="2147483902" r:id="rId122"/>
    <p:sldMasterId id="2147483904" r:id="rId123"/>
    <p:sldMasterId id="2147483906" r:id="rId124"/>
    <p:sldMasterId id="2147483908" r:id="rId125"/>
    <p:sldMasterId id="2147483910" r:id="rId126"/>
    <p:sldMasterId id="2147483912" r:id="rId127"/>
    <p:sldMasterId id="2147483914" r:id="rId128"/>
    <p:sldMasterId id="2147483916" r:id="rId129"/>
    <p:sldMasterId id="2147483918" r:id="rId130"/>
    <p:sldMasterId id="2147483920" r:id="rId131"/>
    <p:sldMasterId id="2147483922" r:id="rId132"/>
    <p:sldMasterId id="2147483924" r:id="rId133"/>
    <p:sldMasterId id="2147483926" r:id="rId134"/>
    <p:sldMasterId id="2147483928" r:id="rId135"/>
    <p:sldMasterId id="2147483930" r:id="rId136"/>
    <p:sldMasterId id="2147483932" r:id="rId137"/>
    <p:sldMasterId id="2147483934" r:id="rId138"/>
    <p:sldMasterId id="2147483936" r:id="rId139"/>
    <p:sldMasterId id="2147483938" r:id="rId140"/>
    <p:sldMasterId id="2147483940" r:id="rId141"/>
    <p:sldMasterId id="2147483942" r:id="rId142"/>
    <p:sldMasterId id="2147483944" r:id="rId143"/>
    <p:sldMasterId id="2147483946" r:id="rId144"/>
    <p:sldMasterId id="2147483948" r:id="rId145"/>
    <p:sldMasterId id="2147483950" r:id="rId146"/>
    <p:sldMasterId id="2147483952" r:id="rId147"/>
    <p:sldMasterId id="2147483954" r:id="rId148"/>
    <p:sldMasterId id="2147483956" r:id="rId149"/>
    <p:sldMasterId id="2147483958" r:id="rId150"/>
    <p:sldMasterId id="2147483960" r:id="rId151"/>
    <p:sldMasterId id="2147483962" r:id="rId152"/>
    <p:sldMasterId id="2147483964" r:id="rId153"/>
    <p:sldMasterId id="2147483966" r:id="rId154"/>
    <p:sldMasterId id="2147483968" r:id="rId155"/>
    <p:sldMasterId id="2147483970" r:id="rId156"/>
    <p:sldMasterId id="2147483972" r:id="rId157"/>
    <p:sldMasterId id="2147483974" r:id="rId158"/>
    <p:sldMasterId id="2147483976" r:id="rId159"/>
    <p:sldMasterId id="2147483978" r:id="rId160"/>
    <p:sldMasterId id="2147483980" r:id="rId161"/>
    <p:sldMasterId id="2147483982" r:id="rId162"/>
    <p:sldMasterId id="2147483984" r:id="rId163"/>
    <p:sldMasterId id="2147483986" r:id="rId164"/>
    <p:sldMasterId id="2147483988" r:id="rId165"/>
    <p:sldMasterId id="2147483990" r:id="rId166"/>
  </p:sldMasterIdLst>
  <p:notesMasterIdLst>
    <p:notesMasterId r:id="rId201"/>
  </p:notesMasterIdLst>
  <p:sldIdLst>
    <p:sldId id="256" r:id="rId167"/>
    <p:sldId id="264" r:id="rId168"/>
    <p:sldId id="257" r:id="rId169"/>
    <p:sldId id="259" r:id="rId170"/>
    <p:sldId id="276" r:id="rId171"/>
    <p:sldId id="277" r:id="rId172"/>
    <p:sldId id="278" r:id="rId173"/>
    <p:sldId id="279" r:id="rId174"/>
    <p:sldId id="280" r:id="rId175"/>
    <p:sldId id="275" r:id="rId176"/>
    <p:sldId id="274" r:id="rId177"/>
    <p:sldId id="281" r:id="rId178"/>
    <p:sldId id="282" r:id="rId179"/>
    <p:sldId id="283" r:id="rId180"/>
    <p:sldId id="284" r:id="rId181"/>
    <p:sldId id="285" r:id="rId182"/>
    <p:sldId id="286" r:id="rId183"/>
    <p:sldId id="287" r:id="rId184"/>
    <p:sldId id="288" r:id="rId185"/>
    <p:sldId id="289" r:id="rId186"/>
    <p:sldId id="258" r:id="rId187"/>
    <p:sldId id="261" r:id="rId188"/>
    <p:sldId id="262" r:id="rId189"/>
    <p:sldId id="266" r:id="rId190"/>
    <p:sldId id="265" r:id="rId191"/>
    <p:sldId id="267" r:id="rId192"/>
    <p:sldId id="268" r:id="rId193"/>
    <p:sldId id="269" r:id="rId194"/>
    <p:sldId id="270" r:id="rId195"/>
    <p:sldId id="271" r:id="rId196"/>
    <p:sldId id="272" r:id="rId197"/>
    <p:sldId id="273" r:id="rId198"/>
    <p:sldId id="260" r:id="rId199"/>
    <p:sldId id="263" r:id="rId200"/>
  </p:sldIdLst>
  <p:sldSz cx="12960350" cy="6840538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2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Master" Target="slideMasters/slideMaster117.xml"/><Relationship Id="rId21" Type="http://schemas.openxmlformats.org/officeDocument/2006/relationships/slideMaster" Target="slideMasters/slideMaster21.xml"/><Relationship Id="rId42" Type="http://schemas.openxmlformats.org/officeDocument/2006/relationships/slideMaster" Target="slideMasters/slideMaster42.xml"/><Relationship Id="rId63" Type="http://schemas.openxmlformats.org/officeDocument/2006/relationships/slideMaster" Target="slideMasters/slideMaster63.xml"/><Relationship Id="rId84" Type="http://schemas.openxmlformats.org/officeDocument/2006/relationships/slideMaster" Target="slideMasters/slideMaster84.xml"/><Relationship Id="rId138" Type="http://schemas.openxmlformats.org/officeDocument/2006/relationships/slideMaster" Target="slideMasters/slideMaster138.xml"/><Relationship Id="rId159" Type="http://schemas.openxmlformats.org/officeDocument/2006/relationships/slideMaster" Target="slideMasters/slideMaster159.xml"/><Relationship Id="rId170" Type="http://schemas.openxmlformats.org/officeDocument/2006/relationships/slide" Target="slides/slide4.xml"/><Relationship Id="rId191" Type="http://schemas.openxmlformats.org/officeDocument/2006/relationships/slide" Target="slides/slide25.xml"/><Relationship Id="rId205" Type="http://schemas.openxmlformats.org/officeDocument/2006/relationships/tableStyles" Target="tableStyles.xml"/><Relationship Id="rId107" Type="http://schemas.openxmlformats.org/officeDocument/2006/relationships/slideMaster" Target="slideMasters/slideMaster107.xml"/><Relationship Id="rId11" Type="http://schemas.openxmlformats.org/officeDocument/2006/relationships/slideMaster" Target="slideMasters/slideMaster11.xml"/><Relationship Id="rId32" Type="http://schemas.openxmlformats.org/officeDocument/2006/relationships/slideMaster" Target="slideMasters/slideMaster32.xml"/><Relationship Id="rId53" Type="http://schemas.openxmlformats.org/officeDocument/2006/relationships/slideMaster" Target="slideMasters/slideMaster53.xml"/><Relationship Id="rId74" Type="http://schemas.openxmlformats.org/officeDocument/2006/relationships/slideMaster" Target="slideMasters/slideMaster74.xml"/><Relationship Id="rId128" Type="http://schemas.openxmlformats.org/officeDocument/2006/relationships/slideMaster" Target="slideMasters/slideMaster128.xml"/><Relationship Id="rId149" Type="http://schemas.openxmlformats.org/officeDocument/2006/relationships/slideMaster" Target="slideMasters/slideMaster149.xml"/><Relationship Id="rId5" Type="http://schemas.openxmlformats.org/officeDocument/2006/relationships/slideMaster" Target="slideMasters/slideMaster5.xml"/><Relationship Id="rId95" Type="http://schemas.openxmlformats.org/officeDocument/2006/relationships/slideMaster" Target="slideMasters/slideMaster95.xml"/><Relationship Id="rId160" Type="http://schemas.openxmlformats.org/officeDocument/2006/relationships/slideMaster" Target="slideMasters/slideMaster160.xml"/><Relationship Id="rId181" Type="http://schemas.openxmlformats.org/officeDocument/2006/relationships/slide" Target="slides/slide15.xml"/><Relationship Id="rId22" Type="http://schemas.openxmlformats.org/officeDocument/2006/relationships/slideMaster" Target="slideMasters/slideMaster22.xml"/><Relationship Id="rId43" Type="http://schemas.openxmlformats.org/officeDocument/2006/relationships/slideMaster" Target="slideMasters/slideMaster43.xml"/><Relationship Id="rId64" Type="http://schemas.openxmlformats.org/officeDocument/2006/relationships/slideMaster" Target="slideMasters/slideMaster64.xml"/><Relationship Id="rId118" Type="http://schemas.openxmlformats.org/officeDocument/2006/relationships/slideMaster" Target="slideMasters/slideMaster118.xml"/><Relationship Id="rId139" Type="http://schemas.openxmlformats.org/officeDocument/2006/relationships/slideMaster" Target="slideMasters/slideMaster139.xml"/><Relationship Id="rId85" Type="http://schemas.openxmlformats.org/officeDocument/2006/relationships/slideMaster" Target="slideMasters/slideMaster85.xml"/><Relationship Id="rId150" Type="http://schemas.openxmlformats.org/officeDocument/2006/relationships/slideMaster" Target="slideMasters/slideMaster150.xml"/><Relationship Id="rId171" Type="http://schemas.openxmlformats.org/officeDocument/2006/relationships/slide" Target="slides/slide5.xml"/><Relationship Id="rId192" Type="http://schemas.openxmlformats.org/officeDocument/2006/relationships/slide" Target="slides/slide26.xml"/><Relationship Id="rId12" Type="http://schemas.openxmlformats.org/officeDocument/2006/relationships/slideMaster" Target="slideMasters/slideMaster12.xml"/><Relationship Id="rId33" Type="http://schemas.openxmlformats.org/officeDocument/2006/relationships/slideMaster" Target="slideMasters/slideMaster33.xml"/><Relationship Id="rId108" Type="http://schemas.openxmlformats.org/officeDocument/2006/relationships/slideMaster" Target="slideMasters/slideMaster108.xml"/><Relationship Id="rId129" Type="http://schemas.openxmlformats.org/officeDocument/2006/relationships/slideMaster" Target="slideMasters/slideMaster129.xml"/><Relationship Id="rId54" Type="http://schemas.openxmlformats.org/officeDocument/2006/relationships/slideMaster" Target="slideMasters/slideMaster54.xml"/><Relationship Id="rId75" Type="http://schemas.openxmlformats.org/officeDocument/2006/relationships/slideMaster" Target="slideMasters/slideMaster75.xml"/><Relationship Id="rId96" Type="http://schemas.openxmlformats.org/officeDocument/2006/relationships/slideMaster" Target="slideMasters/slideMaster96.xml"/><Relationship Id="rId140" Type="http://schemas.openxmlformats.org/officeDocument/2006/relationships/slideMaster" Target="slideMasters/slideMaster140.xml"/><Relationship Id="rId161" Type="http://schemas.openxmlformats.org/officeDocument/2006/relationships/slideMaster" Target="slideMasters/slideMaster161.xml"/><Relationship Id="rId182" Type="http://schemas.openxmlformats.org/officeDocument/2006/relationships/slide" Target="slides/slide16.xml"/><Relationship Id="rId6" Type="http://schemas.openxmlformats.org/officeDocument/2006/relationships/slideMaster" Target="slideMasters/slideMaster6.xml"/><Relationship Id="rId23" Type="http://schemas.openxmlformats.org/officeDocument/2006/relationships/slideMaster" Target="slideMasters/slideMaster23.xml"/><Relationship Id="rId119" Type="http://schemas.openxmlformats.org/officeDocument/2006/relationships/slideMaster" Target="slideMasters/slideMaster119.xml"/><Relationship Id="rId44" Type="http://schemas.openxmlformats.org/officeDocument/2006/relationships/slideMaster" Target="slideMasters/slideMaster44.xml"/><Relationship Id="rId65" Type="http://schemas.openxmlformats.org/officeDocument/2006/relationships/slideMaster" Target="slideMasters/slideMaster65.xml"/><Relationship Id="rId86" Type="http://schemas.openxmlformats.org/officeDocument/2006/relationships/slideMaster" Target="slideMasters/slideMaster86.xml"/><Relationship Id="rId130" Type="http://schemas.openxmlformats.org/officeDocument/2006/relationships/slideMaster" Target="slideMasters/slideMaster130.xml"/><Relationship Id="rId151" Type="http://schemas.openxmlformats.org/officeDocument/2006/relationships/slideMaster" Target="slideMasters/slideMaster151.xml"/><Relationship Id="rId172" Type="http://schemas.openxmlformats.org/officeDocument/2006/relationships/slide" Target="slides/slide6.xml"/><Relationship Id="rId193" Type="http://schemas.openxmlformats.org/officeDocument/2006/relationships/slide" Target="slides/slide27.xml"/><Relationship Id="rId13" Type="http://schemas.openxmlformats.org/officeDocument/2006/relationships/slideMaster" Target="slideMasters/slideMaster13.xml"/><Relationship Id="rId109" Type="http://schemas.openxmlformats.org/officeDocument/2006/relationships/slideMaster" Target="slideMasters/slideMaster109.xml"/><Relationship Id="rId34" Type="http://schemas.openxmlformats.org/officeDocument/2006/relationships/slideMaster" Target="slideMasters/slideMaster34.xml"/><Relationship Id="rId55" Type="http://schemas.openxmlformats.org/officeDocument/2006/relationships/slideMaster" Target="slideMasters/slideMaster55.xml"/><Relationship Id="rId76" Type="http://schemas.openxmlformats.org/officeDocument/2006/relationships/slideMaster" Target="slideMasters/slideMaster76.xml"/><Relationship Id="rId97" Type="http://schemas.openxmlformats.org/officeDocument/2006/relationships/slideMaster" Target="slideMasters/slideMaster97.xml"/><Relationship Id="rId120" Type="http://schemas.openxmlformats.org/officeDocument/2006/relationships/slideMaster" Target="slideMasters/slideMaster120.xml"/><Relationship Id="rId141" Type="http://schemas.openxmlformats.org/officeDocument/2006/relationships/slideMaster" Target="slideMasters/slideMaster141.xml"/><Relationship Id="rId7" Type="http://schemas.openxmlformats.org/officeDocument/2006/relationships/slideMaster" Target="slideMasters/slideMaster7.xml"/><Relationship Id="rId162" Type="http://schemas.openxmlformats.org/officeDocument/2006/relationships/slideMaster" Target="slideMasters/slideMaster162.xml"/><Relationship Id="rId183" Type="http://schemas.openxmlformats.org/officeDocument/2006/relationships/slide" Target="slides/slide17.xml"/><Relationship Id="rId24" Type="http://schemas.openxmlformats.org/officeDocument/2006/relationships/slideMaster" Target="slideMasters/slideMaster24.xml"/><Relationship Id="rId40" Type="http://schemas.openxmlformats.org/officeDocument/2006/relationships/slideMaster" Target="slideMasters/slideMaster40.xml"/><Relationship Id="rId45" Type="http://schemas.openxmlformats.org/officeDocument/2006/relationships/slideMaster" Target="slideMasters/slideMaster45.xml"/><Relationship Id="rId66" Type="http://schemas.openxmlformats.org/officeDocument/2006/relationships/slideMaster" Target="slideMasters/slideMaster66.xml"/><Relationship Id="rId87" Type="http://schemas.openxmlformats.org/officeDocument/2006/relationships/slideMaster" Target="slideMasters/slideMaster87.xml"/><Relationship Id="rId110" Type="http://schemas.openxmlformats.org/officeDocument/2006/relationships/slideMaster" Target="slideMasters/slideMaster110.xml"/><Relationship Id="rId115" Type="http://schemas.openxmlformats.org/officeDocument/2006/relationships/slideMaster" Target="slideMasters/slideMaster115.xml"/><Relationship Id="rId131" Type="http://schemas.openxmlformats.org/officeDocument/2006/relationships/slideMaster" Target="slideMasters/slideMaster131.xml"/><Relationship Id="rId136" Type="http://schemas.openxmlformats.org/officeDocument/2006/relationships/slideMaster" Target="slideMasters/slideMaster136.xml"/><Relationship Id="rId157" Type="http://schemas.openxmlformats.org/officeDocument/2006/relationships/slideMaster" Target="slideMasters/slideMaster157.xml"/><Relationship Id="rId178" Type="http://schemas.openxmlformats.org/officeDocument/2006/relationships/slide" Target="slides/slide12.xml"/><Relationship Id="rId61" Type="http://schemas.openxmlformats.org/officeDocument/2006/relationships/slideMaster" Target="slideMasters/slideMaster61.xml"/><Relationship Id="rId82" Type="http://schemas.openxmlformats.org/officeDocument/2006/relationships/slideMaster" Target="slideMasters/slideMaster82.xml"/><Relationship Id="rId152" Type="http://schemas.openxmlformats.org/officeDocument/2006/relationships/slideMaster" Target="slideMasters/slideMaster152.xml"/><Relationship Id="rId173" Type="http://schemas.openxmlformats.org/officeDocument/2006/relationships/slide" Target="slides/slide7.xml"/><Relationship Id="rId194" Type="http://schemas.openxmlformats.org/officeDocument/2006/relationships/slide" Target="slides/slide28.xml"/><Relationship Id="rId199" Type="http://schemas.openxmlformats.org/officeDocument/2006/relationships/slide" Target="slides/slide33.xml"/><Relationship Id="rId203" Type="http://schemas.openxmlformats.org/officeDocument/2006/relationships/viewProps" Target="viewProps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56" Type="http://schemas.openxmlformats.org/officeDocument/2006/relationships/slideMaster" Target="slideMasters/slideMaster56.xml"/><Relationship Id="rId77" Type="http://schemas.openxmlformats.org/officeDocument/2006/relationships/slideMaster" Target="slideMasters/slideMaster77.xml"/><Relationship Id="rId100" Type="http://schemas.openxmlformats.org/officeDocument/2006/relationships/slideMaster" Target="slideMasters/slideMaster100.xml"/><Relationship Id="rId105" Type="http://schemas.openxmlformats.org/officeDocument/2006/relationships/slideMaster" Target="slideMasters/slideMaster105.xml"/><Relationship Id="rId126" Type="http://schemas.openxmlformats.org/officeDocument/2006/relationships/slideMaster" Target="slideMasters/slideMaster126.xml"/><Relationship Id="rId147" Type="http://schemas.openxmlformats.org/officeDocument/2006/relationships/slideMaster" Target="slideMasters/slideMaster147.xml"/><Relationship Id="rId168" Type="http://schemas.openxmlformats.org/officeDocument/2006/relationships/slide" Target="slides/slide2.xml"/><Relationship Id="rId8" Type="http://schemas.openxmlformats.org/officeDocument/2006/relationships/slideMaster" Target="slideMasters/slideMaster8.xml"/><Relationship Id="rId51" Type="http://schemas.openxmlformats.org/officeDocument/2006/relationships/slideMaster" Target="slideMasters/slideMaster51.xml"/><Relationship Id="rId72" Type="http://schemas.openxmlformats.org/officeDocument/2006/relationships/slideMaster" Target="slideMasters/slideMaster72.xml"/><Relationship Id="rId93" Type="http://schemas.openxmlformats.org/officeDocument/2006/relationships/slideMaster" Target="slideMasters/slideMaster93.xml"/><Relationship Id="rId98" Type="http://schemas.openxmlformats.org/officeDocument/2006/relationships/slideMaster" Target="slideMasters/slideMaster98.xml"/><Relationship Id="rId121" Type="http://schemas.openxmlformats.org/officeDocument/2006/relationships/slideMaster" Target="slideMasters/slideMaster121.xml"/><Relationship Id="rId142" Type="http://schemas.openxmlformats.org/officeDocument/2006/relationships/slideMaster" Target="slideMasters/slideMaster142.xml"/><Relationship Id="rId163" Type="http://schemas.openxmlformats.org/officeDocument/2006/relationships/slideMaster" Target="slideMasters/slideMaster163.xml"/><Relationship Id="rId184" Type="http://schemas.openxmlformats.org/officeDocument/2006/relationships/slide" Target="slides/slide18.xml"/><Relationship Id="rId189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5" Type="http://schemas.openxmlformats.org/officeDocument/2006/relationships/slideMaster" Target="slideMasters/slideMaster25.xml"/><Relationship Id="rId46" Type="http://schemas.openxmlformats.org/officeDocument/2006/relationships/slideMaster" Target="slideMasters/slideMaster46.xml"/><Relationship Id="rId67" Type="http://schemas.openxmlformats.org/officeDocument/2006/relationships/slideMaster" Target="slideMasters/slideMaster67.xml"/><Relationship Id="rId116" Type="http://schemas.openxmlformats.org/officeDocument/2006/relationships/slideMaster" Target="slideMasters/slideMaster116.xml"/><Relationship Id="rId137" Type="http://schemas.openxmlformats.org/officeDocument/2006/relationships/slideMaster" Target="slideMasters/slideMaster137.xml"/><Relationship Id="rId158" Type="http://schemas.openxmlformats.org/officeDocument/2006/relationships/slideMaster" Target="slideMasters/slideMaster158.xml"/><Relationship Id="rId20" Type="http://schemas.openxmlformats.org/officeDocument/2006/relationships/slideMaster" Target="slideMasters/slideMaster20.xml"/><Relationship Id="rId41" Type="http://schemas.openxmlformats.org/officeDocument/2006/relationships/slideMaster" Target="slideMasters/slideMaster41.xml"/><Relationship Id="rId62" Type="http://schemas.openxmlformats.org/officeDocument/2006/relationships/slideMaster" Target="slideMasters/slideMaster62.xml"/><Relationship Id="rId83" Type="http://schemas.openxmlformats.org/officeDocument/2006/relationships/slideMaster" Target="slideMasters/slideMaster83.xml"/><Relationship Id="rId88" Type="http://schemas.openxmlformats.org/officeDocument/2006/relationships/slideMaster" Target="slideMasters/slideMaster88.xml"/><Relationship Id="rId111" Type="http://schemas.openxmlformats.org/officeDocument/2006/relationships/slideMaster" Target="slideMasters/slideMaster111.xml"/><Relationship Id="rId132" Type="http://schemas.openxmlformats.org/officeDocument/2006/relationships/slideMaster" Target="slideMasters/slideMaster132.xml"/><Relationship Id="rId153" Type="http://schemas.openxmlformats.org/officeDocument/2006/relationships/slideMaster" Target="slideMasters/slideMaster153.xml"/><Relationship Id="rId174" Type="http://schemas.openxmlformats.org/officeDocument/2006/relationships/slide" Target="slides/slide8.xml"/><Relationship Id="rId179" Type="http://schemas.openxmlformats.org/officeDocument/2006/relationships/slide" Target="slides/slide13.xml"/><Relationship Id="rId195" Type="http://schemas.openxmlformats.org/officeDocument/2006/relationships/slide" Target="slides/slide29.xml"/><Relationship Id="rId190" Type="http://schemas.openxmlformats.org/officeDocument/2006/relationships/slide" Target="slides/slide24.xml"/><Relationship Id="rId204" Type="http://schemas.openxmlformats.org/officeDocument/2006/relationships/theme" Target="theme/theme1.xml"/><Relationship Id="rId15" Type="http://schemas.openxmlformats.org/officeDocument/2006/relationships/slideMaster" Target="slideMasters/slideMaster15.xml"/><Relationship Id="rId36" Type="http://schemas.openxmlformats.org/officeDocument/2006/relationships/slideMaster" Target="slideMasters/slideMaster36.xml"/><Relationship Id="rId57" Type="http://schemas.openxmlformats.org/officeDocument/2006/relationships/slideMaster" Target="slideMasters/slideMaster57.xml"/><Relationship Id="rId106" Type="http://schemas.openxmlformats.org/officeDocument/2006/relationships/slideMaster" Target="slideMasters/slideMaster106.xml"/><Relationship Id="rId127" Type="http://schemas.openxmlformats.org/officeDocument/2006/relationships/slideMaster" Target="slideMasters/slideMaster127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52" Type="http://schemas.openxmlformats.org/officeDocument/2006/relationships/slideMaster" Target="slideMasters/slideMaster52.xml"/><Relationship Id="rId73" Type="http://schemas.openxmlformats.org/officeDocument/2006/relationships/slideMaster" Target="slideMasters/slideMaster73.xml"/><Relationship Id="rId78" Type="http://schemas.openxmlformats.org/officeDocument/2006/relationships/slideMaster" Target="slideMasters/slideMaster78.xml"/><Relationship Id="rId94" Type="http://schemas.openxmlformats.org/officeDocument/2006/relationships/slideMaster" Target="slideMasters/slideMaster94.xml"/><Relationship Id="rId99" Type="http://schemas.openxmlformats.org/officeDocument/2006/relationships/slideMaster" Target="slideMasters/slideMaster99.xml"/><Relationship Id="rId101" Type="http://schemas.openxmlformats.org/officeDocument/2006/relationships/slideMaster" Target="slideMasters/slideMaster101.xml"/><Relationship Id="rId122" Type="http://schemas.openxmlformats.org/officeDocument/2006/relationships/slideMaster" Target="slideMasters/slideMaster122.xml"/><Relationship Id="rId143" Type="http://schemas.openxmlformats.org/officeDocument/2006/relationships/slideMaster" Target="slideMasters/slideMaster143.xml"/><Relationship Id="rId148" Type="http://schemas.openxmlformats.org/officeDocument/2006/relationships/slideMaster" Target="slideMasters/slideMaster148.xml"/><Relationship Id="rId164" Type="http://schemas.openxmlformats.org/officeDocument/2006/relationships/slideMaster" Target="slideMasters/slideMaster164.xml"/><Relationship Id="rId169" Type="http://schemas.openxmlformats.org/officeDocument/2006/relationships/slide" Target="slides/slide3.xml"/><Relationship Id="rId185" Type="http://schemas.openxmlformats.org/officeDocument/2006/relationships/slide" Target="slides/slide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80" Type="http://schemas.openxmlformats.org/officeDocument/2006/relationships/slide" Target="slides/slide14.xml"/><Relationship Id="rId26" Type="http://schemas.openxmlformats.org/officeDocument/2006/relationships/slideMaster" Target="slideMasters/slideMaster26.xml"/><Relationship Id="rId47" Type="http://schemas.openxmlformats.org/officeDocument/2006/relationships/slideMaster" Target="slideMasters/slideMaster47.xml"/><Relationship Id="rId68" Type="http://schemas.openxmlformats.org/officeDocument/2006/relationships/slideMaster" Target="slideMasters/slideMaster68.xml"/><Relationship Id="rId89" Type="http://schemas.openxmlformats.org/officeDocument/2006/relationships/slideMaster" Target="slideMasters/slideMaster89.xml"/><Relationship Id="rId112" Type="http://schemas.openxmlformats.org/officeDocument/2006/relationships/slideMaster" Target="slideMasters/slideMaster112.xml"/><Relationship Id="rId133" Type="http://schemas.openxmlformats.org/officeDocument/2006/relationships/slideMaster" Target="slideMasters/slideMaster133.xml"/><Relationship Id="rId154" Type="http://schemas.openxmlformats.org/officeDocument/2006/relationships/slideMaster" Target="slideMasters/slideMaster154.xml"/><Relationship Id="rId175" Type="http://schemas.openxmlformats.org/officeDocument/2006/relationships/slide" Target="slides/slide9.xml"/><Relationship Id="rId196" Type="http://schemas.openxmlformats.org/officeDocument/2006/relationships/slide" Target="slides/slide30.xml"/><Relationship Id="rId200" Type="http://schemas.openxmlformats.org/officeDocument/2006/relationships/slide" Target="slides/slide34.xml"/><Relationship Id="rId16" Type="http://schemas.openxmlformats.org/officeDocument/2006/relationships/slideMaster" Target="slideMasters/slideMaster16.xml"/><Relationship Id="rId37" Type="http://schemas.openxmlformats.org/officeDocument/2006/relationships/slideMaster" Target="slideMasters/slideMaster37.xml"/><Relationship Id="rId58" Type="http://schemas.openxmlformats.org/officeDocument/2006/relationships/slideMaster" Target="slideMasters/slideMaster58.xml"/><Relationship Id="rId79" Type="http://schemas.openxmlformats.org/officeDocument/2006/relationships/slideMaster" Target="slideMasters/slideMaster79.xml"/><Relationship Id="rId102" Type="http://schemas.openxmlformats.org/officeDocument/2006/relationships/slideMaster" Target="slideMasters/slideMaster102.xml"/><Relationship Id="rId123" Type="http://schemas.openxmlformats.org/officeDocument/2006/relationships/slideMaster" Target="slideMasters/slideMaster123.xml"/><Relationship Id="rId144" Type="http://schemas.openxmlformats.org/officeDocument/2006/relationships/slideMaster" Target="slideMasters/slideMaster144.xml"/><Relationship Id="rId90" Type="http://schemas.openxmlformats.org/officeDocument/2006/relationships/slideMaster" Target="slideMasters/slideMaster90.xml"/><Relationship Id="rId165" Type="http://schemas.openxmlformats.org/officeDocument/2006/relationships/slideMaster" Target="slideMasters/slideMaster165.xml"/><Relationship Id="rId186" Type="http://schemas.openxmlformats.org/officeDocument/2006/relationships/slide" Target="slides/slide20.xml"/><Relationship Id="rId27" Type="http://schemas.openxmlformats.org/officeDocument/2006/relationships/slideMaster" Target="slideMasters/slideMaster27.xml"/><Relationship Id="rId48" Type="http://schemas.openxmlformats.org/officeDocument/2006/relationships/slideMaster" Target="slideMasters/slideMaster48.xml"/><Relationship Id="rId69" Type="http://schemas.openxmlformats.org/officeDocument/2006/relationships/slideMaster" Target="slideMasters/slideMaster69.xml"/><Relationship Id="rId113" Type="http://schemas.openxmlformats.org/officeDocument/2006/relationships/slideMaster" Target="slideMasters/slideMaster113.xml"/><Relationship Id="rId134" Type="http://schemas.openxmlformats.org/officeDocument/2006/relationships/slideMaster" Target="slideMasters/slideMaster134.xml"/><Relationship Id="rId80" Type="http://schemas.openxmlformats.org/officeDocument/2006/relationships/slideMaster" Target="slideMasters/slideMaster80.xml"/><Relationship Id="rId155" Type="http://schemas.openxmlformats.org/officeDocument/2006/relationships/slideMaster" Target="slideMasters/slideMaster155.xml"/><Relationship Id="rId176" Type="http://schemas.openxmlformats.org/officeDocument/2006/relationships/slide" Target="slides/slide10.xml"/><Relationship Id="rId197" Type="http://schemas.openxmlformats.org/officeDocument/2006/relationships/slide" Target="slides/slide31.xml"/><Relationship Id="rId201" Type="http://schemas.openxmlformats.org/officeDocument/2006/relationships/notesMaster" Target="notesMasters/notesMaster1.xml"/><Relationship Id="rId17" Type="http://schemas.openxmlformats.org/officeDocument/2006/relationships/slideMaster" Target="slideMasters/slideMaster17.xml"/><Relationship Id="rId38" Type="http://schemas.openxmlformats.org/officeDocument/2006/relationships/slideMaster" Target="slideMasters/slideMaster38.xml"/><Relationship Id="rId59" Type="http://schemas.openxmlformats.org/officeDocument/2006/relationships/slideMaster" Target="slideMasters/slideMaster59.xml"/><Relationship Id="rId103" Type="http://schemas.openxmlformats.org/officeDocument/2006/relationships/slideMaster" Target="slideMasters/slideMaster103.xml"/><Relationship Id="rId124" Type="http://schemas.openxmlformats.org/officeDocument/2006/relationships/slideMaster" Target="slideMasters/slideMaster124.xml"/><Relationship Id="rId70" Type="http://schemas.openxmlformats.org/officeDocument/2006/relationships/slideMaster" Target="slideMasters/slideMaster70.xml"/><Relationship Id="rId91" Type="http://schemas.openxmlformats.org/officeDocument/2006/relationships/slideMaster" Target="slideMasters/slideMaster91.xml"/><Relationship Id="rId145" Type="http://schemas.openxmlformats.org/officeDocument/2006/relationships/slideMaster" Target="slideMasters/slideMaster145.xml"/><Relationship Id="rId166" Type="http://schemas.openxmlformats.org/officeDocument/2006/relationships/slideMaster" Target="slideMasters/slideMaster166.xml"/><Relationship Id="rId187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28" Type="http://schemas.openxmlformats.org/officeDocument/2006/relationships/slideMaster" Target="slideMasters/slideMaster28.xml"/><Relationship Id="rId49" Type="http://schemas.openxmlformats.org/officeDocument/2006/relationships/slideMaster" Target="slideMasters/slideMaster49.xml"/><Relationship Id="rId114" Type="http://schemas.openxmlformats.org/officeDocument/2006/relationships/slideMaster" Target="slideMasters/slideMaster114.xml"/><Relationship Id="rId60" Type="http://schemas.openxmlformats.org/officeDocument/2006/relationships/slideMaster" Target="slideMasters/slideMaster60.xml"/><Relationship Id="rId81" Type="http://schemas.openxmlformats.org/officeDocument/2006/relationships/slideMaster" Target="slideMasters/slideMaster81.xml"/><Relationship Id="rId135" Type="http://schemas.openxmlformats.org/officeDocument/2006/relationships/slideMaster" Target="slideMasters/slideMaster135.xml"/><Relationship Id="rId156" Type="http://schemas.openxmlformats.org/officeDocument/2006/relationships/slideMaster" Target="slideMasters/slideMaster156.xml"/><Relationship Id="rId177" Type="http://schemas.openxmlformats.org/officeDocument/2006/relationships/slide" Target="slides/slide11.xml"/><Relationship Id="rId198" Type="http://schemas.openxmlformats.org/officeDocument/2006/relationships/slide" Target="slides/slide32.xml"/><Relationship Id="rId202" Type="http://schemas.openxmlformats.org/officeDocument/2006/relationships/presProps" Target="presProps.xml"/><Relationship Id="rId18" Type="http://schemas.openxmlformats.org/officeDocument/2006/relationships/slideMaster" Target="slideMasters/slideMaster18.xml"/><Relationship Id="rId39" Type="http://schemas.openxmlformats.org/officeDocument/2006/relationships/slideMaster" Target="slideMasters/slideMaster39.xml"/><Relationship Id="rId50" Type="http://schemas.openxmlformats.org/officeDocument/2006/relationships/slideMaster" Target="slideMasters/slideMaster50.xml"/><Relationship Id="rId104" Type="http://schemas.openxmlformats.org/officeDocument/2006/relationships/slideMaster" Target="slideMasters/slideMaster104.xml"/><Relationship Id="rId125" Type="http://schemas.openxmlformats.org/officeDocument/2006/relationships/slideMaster" Target="slideMasters/slideMaster125.xml"/><Relationship Id="rId146" Type="http://schemas.openxmlformats.org/officeDocument/2006/relationships/slideMaster" Target="slideMasters/slideMaster146.xml"/><Relationship Id="rId167" Type="http://schemas.openxmlformats.org/officeDocument/2006/relationships/slide" Target="slides/slide1.xml"/><Relationship Id="rId188" Type="http://schemas.openxmlformats.org/officeDocument/2006/relationships/slide" Target="slides/slide22.xml"/><Relationship Id="rId71" Type="http://schemas.openxmlformats.org/officeDocument/2006/relationships/slideMaster" Target="slideMasters/slideMaster71.xml"/><Relationship Id="rId92" Type="http://schemas.openxmlformats.org/officeDocument/2006/relationships/slideMaster" Target="slideMasters/slideMaster92.xml"/><Relationship Id="rId2" Type="http://schemas.openxmlformats.org/officeDocument/2006/relationships/slideMaster" Target="slideMasters/slideMaster2.xml"/><Relationship Id="rId29" Type="http://schemas.openxmlformats.org/officeDocument/2006/relationships/slideMaster" Target="slideMasters/slideMaster2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</a:p>
        </p:txBody>
      </p:sp>
      <p:sp>
        <p:nvSpPr>
          <p:cNvPr id="17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17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</a:p>
        </p:txBody>
      </p:sp>
      <p:sp>
        <p:nvSpPr>
          <p:cNvPr id="1718" name="PlaceHolder 4"/>
          <p:cNvSpPr>
            <a:spLocks noGrp="1"/>
          </p:cNvSpPr>
          <p:nvPr>
            <p:ph type="dt" idx="44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719" name="PlaceHolder 5"/>
          <p:cNvSpPr>
            <a:spLocks noGrp="1"/>
          </p:cNvSpPr>
          <p:nvPr>
            <p:ph type="ftr" idx="44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720" name="PlaceHolder 6"/>
          <p:cNvSpPr>
            <a:spLocks noGrp="1"/>
          </p:cNvSpPr>
          <p:nvPr>
            <p:ph type="sldNum" idx="44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2583A32-C39C-4368-98F1-C2C6CD71B3D5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PlaceHolder 1"/>
          <p:cNvSpPr>
            <a:spLocks noGrp="1"/>
          </p:cNvSpPr>
          <p:nvPr>
            <p:ph type="sldNum" idx="448"/>
          </p:nvPr>
        </p:nvSpPr>
        <p:spPr>
          <a:xfrm>
            <a:off x="4278240" y="10156680"/>
            <a:ext cx="3278520" cy="53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r"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CEADB41-2F8B-46A3-AFD3-CB3467FF3152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1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-15875" y="812800"/>
            <a:ext cx="7591425" cy="4008438"/>
          </a:xfrm>
          <a:prstGeom prst="rect">
            <a:avLst/>
          </a:prstGeom>
          <a:ln w="0">
            <a:noFill/>
          </a:ln>
        </p:spPr>
      </p:sp>
      <p:sp>
        <p:nvSpPr>
          <p:cNvPr id="1749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PlaceHolder 1"/>
          <p:cNvSpPr>
            <a:spLocks noGrp="1"/>
          </p:cNvSpPr>
          <p:nvPr>
            <p:ph type="sldNum" idx="449"/>
          </p:nvPr>
        </p:nvSpPr>
        <p:spPr>
          <a:xfrm>
            <a:off x="4278240" y="10156680"/>
            <a:ext cx="3278520" cy="53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r"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04E25F5C-4C30-4294-BDDC-B4D3F09BF297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34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81080" y="695160"/>
            <a:ext cx="6495120" cy="3427920"/>
          </a:xfrm>
          <a:prstGeom prst="rect">
            <a:avLst/>
          </a:prstGeom>
          <a:ln w="0">
            <a:noFill/>
          </a:ln>
        </p:spPr>
      </p:sp>
      <p:sp>
        <p:nvSpPr>
          <p:cNvPr id="1752" name="PlaceHolder 3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6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9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7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8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9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5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6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8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9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0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5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6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8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9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0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5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6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7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9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0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1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6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7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9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0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1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2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7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8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0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1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2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4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F0368A6D-38A4-4E0F-8F8D-D7920C44F9A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DD54E7A-F3EC-455E-A8F7-4AC8DB10946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708AF9E-645D-4AD7-AB71-127A0E778F9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218B1F25-6E06-4152-A93F-2E9EB4118D2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62C4D93-F77D-4C61-9659-5209923757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03EC20E-EACD-4721-BB16-CA3522D63B3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DA54DAAD-B0B8-4E41-BF72-BC639AA27CF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83812DC0-B7CA-4D18-9371-8CCF6205978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69C8FEB-93EA-4C8F-9DB7-234533B7348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70AA35A1-E0AF-4FC2-8E51-4127D22CE9B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CE4DAF0-7AFF-4427-B772-A2BBAE73EFD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fld id="{86FE0D40-F836-43CC-AAB9-9B83FD71FE2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24DB81B8-54F8-4548-B8F3-93B78375E15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16DCC0B4-476B-47AF-B458-2F2607BCE04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fld id="{490B7E11-9DBF-48B3-8896-23D77FD351C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5"/>
          </p:nvPr>
        </p:nvSpPr>
        <p:spPr/>
        <p:txBody>
          <a:bodyPr/>
          <a:lstStyle/>
          <a:p>
            <a:fld id="{00F4DD6D-BC77-4A60-80DE-B3572D02AC5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2714ECB0-236D-4D1C-8AFA-FD412CA5E295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fld id="{2F8ABB09-F846-4E25-9EF0-F5359A826A1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lstStyle/>
          <a:p>
            <a:fld id="{44A8EB97-D6E9-43D0-8826-3C73CFE2A67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7"/>
          </p:nvPr>
        </p:nvSpPr>
        <p:spPr/>
        <p:txBody>
          <a:bodyPr/>
          <a:lstStyle/>
          <a:p>
            <a:fld id="{1D359F50-0975-4915-A81C-C600B98ADEB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lstStyle/>
          <a:p>
            <a:fld id="{2186539E-FAAA-410B-987D-C169C32B176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3"/>
          </p:nvPr>
        </p:nvSpPr>
        <p:spPr/>
        <p:txBody>
          <a:bodyPr/>
          <a:lstStyle/>
          <a:p>
            <a:fld id="{9DD94110-8B19-4B34-8CDC-D34373CC844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A1FCF499-398C-4976-93C5-961E40EBFBA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fld id="{DC91B193-C8CA-46AD-AB1F-0CE12ED5440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2"/>
          </p:nvPr>
        </p:nvSpPr>
        <p:spPr/>
        <p:txBody>
          <a:bodyPr/>
          <a:lstStyle/>
          <a:p>
            <a:fld id="{36F5D3B0-9896-4127-8E80-CF2AA247E21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5"/>
          </p:nvPr>
        </p:nvSpPr>
        <p:spPr/>
        <p:txBody>
          <a:bodyPr/>
          <a:lstStyle/>
          <a:p>
            <a:fld id="{DD66377C-4E72-4501-B0CF-68F2448B3DB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5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8"/>
          </p:nvPr>
        </p:nvSpPr>
        <p:spPr/>
        <p:txBody>
          <a:bodyPr/>
          <a:lstStyle/>
          <a:p>
            <a:fld id="{0E826862-E833-427F-95A4-CBAE5A1CFA1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1"/>
          </p:nvPr>
        </p:nvSpPr>
        <p:spPr/>
        <p:txBody>
          <a:bodyPr/>
          <a:lstStyle/>
          <a:p>
            <a:fld id="{4BD076D5-3A18-4424-9CEF-8BE0A3A9C55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4"/>
          </p:nvPr>
        </p:nvSpPr>
        <p:spPr/>
        <p:txBody>
          <a:bodyPr/>
          <a:lstStyle/>
          <a:p>
            <a:fld id="{0DEBE73D-5E21-48E1-B469-6822A368771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7"/>
          </p:nvPr>
        </p:nvSpPr>
        <p:spPr/>
        <p:txBody>
          <a:bodyPr/>
          <a:lstStyle/>
          <a:p>
            <a:fld id="{603D5467-DCAF-4D37-A416-C1F81119CF9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0"/>
          </p:nvPr>
        </p:nvSpPr>
        <p:spPr/>
        <p:txBody>
          <a:bodyPr/>
          <a:lstStyle/>
          <a:p>
            <a:fld id="{52A99B93-C0C1-4B56-BB90-830F12AD793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3"/>
          </p:nvPr>
        </p:nvSpPr>
        <p:spPr/>
        <p:txBody>
          <a:bodyPr/>
          <a:lstStyle/>
          <a:p>
            <a:fld id="{58F96C74-ADE0-4DBA-9978-5EF9FF71240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6"/>
          </p:nvPr>
        </p:nvSpPr>
        <p:spPr/>
        <p:txBody>
          <a:bodyPr/>
          <a:lstStyle/>
          <a:p>
            <a:fld id="{CAD54E98-29CA-4AED-A258-B32EB8749ED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9"/>
          </p:nvPr>
        </p:nvSpPr>
        <p:spPr/>
        <p:txBody>
          <a:bodyPr/>
          <a:lstStyle/>
          <a:p>
            <a:fld id="{A5395D8A-8F97-4560-8D96-8D52D1B5882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8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2"/>
          </p:nvPr>
        </p:nvSpPr>
        <p:spPr/>
        <p:txBody>
          <a:bodyPr/>
          <a:lstStyle/>
          <a:p>
            <a:fld id="{328BF2D8-FA08-4C1E-8943-568E213AEEB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8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5"/>
          </p:nvPr>
        </p:nvSpPr>
        <p:spPr/>
        <p:txBody>
          <a:bodyPr/>
          <a:lstStyle/>
          <a:p>
            <a:fld id="{A8A0B52C-0DC9-4963-9C7D-9A186D71369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8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8"/>
          </p:nvPr>
        </p:nvSpPr>
        <p:spPr/>
        <p:txBody>
          <a:bodyPr/>
          <a:lstStyle/>
          <a:p>
            <a:fld id="{881E1AF1-F5F4-41EE-9290-A84A631A286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8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1"/>
          </p:nvPr>
        </p:nvSpPr>
        <p:spPr/>
        <p:txBody>
          <a:bodyPr/>
          <a:lstStyle/>
          <a:p>
            <a:fld id="{06FF7446-4894-4F49-AD92-1E1823780D3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4"/>
          </p:nvPr>
        </p:nvSpPr>
        <p:spPr/>
        <p:txBody>
          <a:bodyPr/>
          <a:lstStyle/>
          <a:p>
            <a:fld id="{32C904AC-FB55-4882-81CA-02A0F11F104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7"/>
          </p:nvPr>
        </p:nvSpPr>
        <p:spPr/>
        <p:txBody>
          <a:bodyPr/>
          <a:lstStyle/>
          <a:p>
            <a:fld id="{91A498E6-1829-4B26-B976-9E98875EB60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0"/>
          </p:nvPr>
        </p:nvSpPr>
        <p:spPr/>
        <p:txBody>
          <a:bodyPr/>
          <a:lstStyle/>
          <a:p>
            <a:fld id="{9B4AE459-29EC-4014-A45B-773654B3073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3"/>
          </p:nvPr>
        </p:nvSpPr>
        <p:spPr/>
        <p:txBody>
          <a:bodyPr/>
          <a:lstStyle/>
          <a:p>
            <a:fld id="{6B223E52-CA3F-43F2-A695-29426A0B809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6"/>
          </p:nvPr>
        </p:nvSpPr>
        <p:spPr/>
        <p:txBody>
          <a:bodyPr/>
          <a:lstStyle/>
          <a:p>
            <a:fld id="{1FF8EAA6-1212-4ADE-8311-B1FEA598AB9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9"/>
          </p:nvPr>
        </p:nvSpPr>
        <p:spPr/>
        <p:txBody>
          <a:bodyPr/>
          <a:lstStyle/>
          <a:p>
            <a:fld id="{0E0B98C8-EB3A-4F3F-BDF7-D53A6920AAD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1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Пользовательский макет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1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2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53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54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457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458" name="PlaceHolder 4"/>
          <p:cNvSpPr>
            <a:spLocks noGrp="1"/>
          </p:cNvSpPr>
          <p:nvPr>
            <p:ph type="ftr" idx="11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PlaceHolder 5"/>
          <p:cNvSpPr>
            <a:spLocks noGrp="1"/>
          </p:cNvSpPr>
          <p:nvPr>
            <p:ph type="dt" idx="11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36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1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2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92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64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PlaceHolder 1"/>
          <p:cNvSpPr>
            <a:spLocks noGrp="1"/>
          </p:cNvSpPr>
          <p:nvPr>
            <p:ph type="ftr" idx="12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 type="dt" idx="12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495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96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36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1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2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63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64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1"/>
          <p:cNvSpPr>
            <a:spLocks noGrp="1"/>
          </p:cNvSpPr>
          <p:nvPr>
            <p:ph type="ftr" idx="11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PlaceHolder 2"/>
          <p:cNvSpPr>
            <a:spLocks noGrp="1"/>
          </p:cNvSpPr>
          <p:nvPr>
            <p:ph type="dt" idx="12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467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68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36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5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2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06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64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1"/>
          <p:cNvSpPr>
            <a:spLocks noGrp="1"/>
          </p:cNvSpPr>
          <p:nvPr>
            <p:ph type="ftr" idx="13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 type="dt" idx="13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509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10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36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8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2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99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64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1"/>
          <p:cNvSpPr>
            <a:spLocks noGrp="1"/>
          </p:cNvSpPr>
          <p:nvPr>
            <p:ph type="ftr" idx="12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PlaceHolder 2"/>
          <p:cNvSpPr>
            <a:spLocks noGrp="1"/>
          </p:cNvSpPr>
          <p:nvPr>
            <p:ph type="dt" idx="13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502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03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Обычный 36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0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2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71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64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1"/>
          <p:cNvSpPr>
            <a:spLocks noGrp="1"/>
          </p:cNvSpPr>
          <p:nvPr>
            <p:ph type="ftr" idx="12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PlaceHolder 2"/>
          <p:cNvSpPr>
            <a:spLocks noGrp="1"/>
          </p:cNvSpPr>
          <p:nvPr>
            <p:ph type="dt" idx="12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474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75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36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4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2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85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64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1"/>
          <p:cNvSpPr>
            <a:spLocks noGrp="1"/>
          </p:cNvSpPr>
          <p:nvPr>
            <p:ph type="ftr" idx="12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PlaceHolder 2"/>
          <p:cNvSpPr>
            <a:spLocks noGrp="1"/>
          </p:cNvSpPr>
          <p:nvPr>
            <p:ph type="dt" idx="12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488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89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36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7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2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78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64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1"/>
          <p:cNvSpPr>
            <a:spLocks noGrp="1"/>
          </p:cNvSpPr>
          <p:nvPr>
            <p:ph type="ftr" idx="12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 type="dt" idx="12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481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82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37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2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3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14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515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17" name="PlaceHolder 2"/>
          <p:cNvSpPr>
            <a:spLocks noGrp="1"/>
          </p:cNvSpPr>
          <p:nvPr>
            <p:ph type="ftr" idx="13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dt" idx="13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519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38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1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2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23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524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1"/>
          <p:cNvSpPr>
            <a:spLocks noGrp="1"/>
          </p:cNvSpPr>
          <p:nvPr>
            <p:ph type="ftr" idx="13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PlaceHolder 2"/>
          <p:cNvSpPr>
            <a:spLocks noGrp="1"/>
          </p:cNvSpPr>
          <p:nvPr>
            <p:ph type="dt" idx="13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527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28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39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0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1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32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533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1"/>
          <p:cNvSpPr>
            <a:spLocks noGrp="1"/>
          </p:cNvSpPr>
          <p:nvPr>
            <p:ph type="ftr" idx="13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 type="dt" idx="13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536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37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Обычный 40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9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0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41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542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545" name="PlaceHolder 3"/>
          <p:cNvSpPr>
            <a:spLocks noGrp="1"/>
          </p:cNvSpPr>
          <p:nvPr>
            <p:ph type="ftr" idx="13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PlaceHolder 4"/>
          <p:cNvSpPr>
            <a:spLocks noGrp="1"/>
          </p:cNvSpPr>
          <p:nvPr>
            <p:ph type="dt" idx="14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41"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Picture 4"/>
          <p:cNvPicPr/>
          <p:nvPr/>
        </p:nvPicPr>
        <p:blipFill>
          <a:blip r:embed="rId2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8" name="Picture 5"/>
          <p:cNvPicPr/>
          <p:nvPr/>
        </p:nvPicPr>
        <p:blipFill>
          <a:blip r:embed="rId3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9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50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551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53" name="PlaceHolder 2"/>
          <p:cNvSpPr>
            <a:spLocks noGrp="1"/>
          </p:cNvSpPr>
          <p:nvPr>
            <p:ph type="ftr" idx="14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dt" idx="14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555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4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4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4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5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5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5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5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5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5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6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6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6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6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6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7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7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7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7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7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8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8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8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8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8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9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9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9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9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9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0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0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3"/>
          </p:nvPr>
        </p:nvSpPr>
        <p:spPr/>
        <p:txBody>
          <a:bodyPr/>
          <a:lstStyle/>
          <a:p>
            <a:fld id="{48116A67-A084-48DD-89DB-BDD055A338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04"/>
          </p:nvPr>
        </p:nvSpPr>
        <p:spPr/>
        <p:txBody>
          <a:bodyPr/>
          <a:lstStyle/>
          <a:p>
            <a:fld id="{2324EB65-0E6F-4179-8A6F-0B063E0A76B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05"/>
          </p:nvPr>
        </p:nvSpPr>
        <p:spPr/>
        <p:txBody>
          <a:bodyPr/>
          <a:lstStyle/>
          <a:p>
            <a:fld id="{A50CB53E-AF69-4305-88D3-4CC7C65D94D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6"/>
          </p:nvPr>
        </p:nvSpPr>
        <p:spPr/>
        <p:txBody>
          <a:bodyPr/>
          <a:lstStyle/>
          <a:p>
            <a:fld id="{7DE9E3C7-2D02-4A8C-8CF4-0C8FFB84C05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07"/>
          </p:nvPr>
        </p:nvSpPr>
        <p:spPr/>
        <p:txBody>
          <a:bodyPr/>
          <a:lstStyle/>
          <a:p>
            <a:fld id="{1FF9F123-91A2-45FA-9A47-20524D55D50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08"/>
          </p:nvPr>
        </p:nvSpPr>
        <p:spPr/>
        <p:txBody>
          <a:bodyPr/>
          <a:lstStyle/>
          <a:p>
            <a:fld id="{3F688FBE-D35D-4FF7-B898-27F993321EA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09"/>
          </p:nvPr>
        </p:nvSpPr>
        <p:spPr/>
        <p:txBody>
          <a:bodyPr/>
          <a:lstStyle/>
          <a:p>
            <a:fld id="{5FA493DF-13C1-4049-A881-6E61A4B1085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0"/>
          </p:nvPr>
        </p:nvSpPr>
        <p:spPr/>
        <p:txBody>
          <a:bodyPr/>
          <a:lstStyle/>
          <a:p>
            <a:fld id="{3999509D-4D44-4B61-8A53-C3C2C4C65C6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11"/>
          </p:nvPr>
        </p:nvSpPr>
        <p:spPr/>
        <p:txBody>
          <a:bodyPr/>
          <a:lstStyle/>
          <a:p>
            <a:fld id="{999BE5EA-DEA3-421A-A601-A0D32E13F56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12"/>
          </p:nvPr>
        </p:nvSpPr>
        <p:spPr/>
        <p:txBody>
          <a:bodyPr/>
          <a:lstStyle/>
          <a:p>
            <a:fld id="{5DF8BBB4-B982-4A78-9B73-0863F8F4D6A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13"/>
          </p:nvPr>
        </p:nvSpPr>
        <p:spPr/>
        <p:txBody>
          <a:bodyPr/>
          <a:lstStyle/>
          <a:p>
            <a:fld id="{8D0855F9-E897-462C-8BA0-2CE93906F19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5"/>
          </p:nvPr>
        </p:nvSpPr>
        <p:spPr/>
        <p:txBody>
          <a:bodyPr/>
          <a:lstStyle/>
          <a:p>
            <a:fld id="{2C0F4C54-4AF1-4089-BE7C-86B04CB515C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8"/>
          </p:nvPr>
        </p:nvSpPr>
        <p:spPr/>
        <p:txBody>
          <a:bodyPr/>
          <a:lstStyle/>
          <a:p>
            <a:fld id="{6D68EDD6-D642-465C-9113-483ED8C1B3E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21"/>
          </p:nvPr>
        </p:nvSpPr>
        <p:spPr/>
        <p:txBody>
          <a:bodyPr/>
          <a:lstStyle/>
          <a:p>
            <a:fld id="{03A11B0E-7F4B-4442-9417-4E78CB3D5A4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24"/>
          </p:nvPr>
        </p:nvSpPr>
        <p:spPr/>
        <p:txBody>
          <a:bodyPr/>
          <a:lstStyle/>
          <a:p>
            <a:fld id="{D24AE7F4-BC33-4CB9-A7F1-697C559FFE6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27"/>
          </p:nvPr>
        </p:nvSpPr>
        <p:spPr/>
        <p:txBody>
          <a:bodyPr/>
          <a:lstStyle/>
          <a:p>
            <a:fld id="{96ADBD59-8397-499F-AB91-724C3F7584A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0"/>
          </p:nvPr>
        </p:nvSpPr>
        <p:spPr/>
        <p:txBody>
          <a:bodyPr/>
          <a:lstStyle/>
          <a:p>
            <a:fld id="{2008D9F5-00E6-4747-9672-8B81D31EB1B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3"/>
          </p:nvPr>
        </p:nvSpPr>
        <p:spPr/>
        <p:txBody>
          <a:bodyPr/>
          <a:lstStyle/>
          <a:p>
            <a:fld id="{D9BA6B08-1DDF-466B-A603-616DB287D80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3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6"/>
          </p:nvPr>
        </p:nvSpPr>
        <p:spPr/>
        <p:txBody>
          <a:bodyPr/>
          <a:lstStyle/>
          <a:p>
            <a:fld id="{AA74E1E2-1F63-4C53-8BF4-9F564063FFC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3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9"/>
          </p:nvPr>
        </p:nvSpPr>
        <p:spPr/>
        <p:txBody>
          <a:bodyPr/>
          <a:lstStyle/>
          <a:p>
            <a:fld id="{CB2FBEF1-0626-4752-904D-84B47C3F8AE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4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2"/>
          </p:nvPr>
        </p:nvSpPr>
        <p:spPr/>
        <p:txBody>
          <a:bodyPr/>
          <a:lstStyle/>
          <a:p>
            <a:fld id="{28A4FD45-85F0-4ED1-83DE-9905CFD2D78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4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5"/>
          </p:nvPr>
        </p:nvSpPr>
        <p:spPr/>
        <p:txBody>
          <a:bodyPr/>
          <a:lstStyle/>
          <a:p>
            <a:fld id="{5F0C7AC2-6CC8-40A8-90C6-2CE626C582C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4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4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8"/>
          </p:nvPr>
        </p:nvSpPr>
        <p:spPr/>
        <p:txBody>
          <a:bodyPr/>
          <a:lstStyle/>
          <a:p>
            <a:fld id="{8491B047-80FF-4FE5-B8D6-37655C3BA39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4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51"/>
          </p:nvPr>
        </p:nvSpPr>
        <p:spPr/>
        <p:txBody>
          <a:bodyPr/>
          <a:lstStyle/>
          <a:p>
            <a:fld id="{95F56B8F-7D6E-4F9D-98E8-D8AAFAD6B98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54"/>
          </p:nvPr>
        </p:nvSpPr>
        <p:spPr/>
        <p:txBody>
          <a:bodyPr/>
          <a:lstStyle/>
          <a:p>
            <a:fld id="{0A7E813E-3CAC-446C-AD0D-37604F7706A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57"/>
          </p:nvPr>
        </p:nvSpPr>
        <p:spPr/>
        <p:txBody>
          <a:bodyPr/>
          <a:lstStyle/>
          <a:p>
            <a:fld id="{2AE3D8F5-FA18-4518-82F3-004FF8B00EC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0"/>
          </p:nvPr>
        </p:nvSpPr>
        <p:spPr/>
        <p:txBody>
          <a:bodyPr/>
          <a:lstStyle/>
          <a:p>
            <a:fld id="{AFD0D37D-FD75-49FA-BBDC-2DDDF729684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6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3"/>
          </p:nvPr>
        </p:nvSpPr>
        <p:spPr/>
        <p:txBody>
          <a:bodyPr/>
          <a:lstStyle/>
          <a:p>
            <a:fld id="{27485B7E-3E50-4358-8246-8794A33DB94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6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6"/>
          </p:nvPr>
        </p:nvSpPr>
        <p:spPr/>
        <p:txBody>
          <a:bodyPr/>
          <a:lstStyle/>
          <a:p>
            <a:fld id="{CBDFE1D5-200D-43BE-8BAA-891372E8FC5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6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9"/>
          </p:nvPr>
        </p:nvSpPr>
        <p:spPr/>
        <p:txBody>
          <a:bodyPr/>
          <a:lstStyle/>
          <a:p>
            <a:fld id="{88556E60-1965-43BA-B780-0804D8029EC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7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2"/>
          </p:nvPr>
        </p:nvSpPr>
        <p:spPr/>
        <p:txBody>
          <a:bodyPr/>
          <a:lstStyle/>
          <a:p>
            <a:fld id="{7A813AE6-DB9D-40A2-8CED-316F523961D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5"/>
          </p:nvPr>
        </p:nvSpPr>
        <p:spPr/>
        <p:txBody>
          <a:bodyPr/>
          <a:lstStyle/>
          <a:p>
            <a:fld id="{1C3ADE1A-0071-4B7C-9CD6-268D78B08DB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8"/>
          </p:nvPr>
        </p:nvSpPr>
        <p:spPr/>
        <p:txBody>
          <a:bodyPr/>
          <a:lstStyle/>
          <a:p>
            <a:fld id="{769B77BB-EE83-4751-97E8-FC8E3FF42D8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4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81"/>
          </p:nvPr>
        </p:nvSpPr>
        <p:spPr/>
        <p:txBody>
          <a:bodyPr/>
          <a:lstStyle/>
          <a:p>
            <a:fld id="{C9332813-987C-4545-972A-1810CD34D3E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8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84"/>
          </p:nvPr>
        </p:nvSpPr>
        <p:spPr/>
        <p:txBody>
          <a:bodyPr/>
          <a:lstStyle/>
          <a:p>
            <a:fld id="{C06F905B-1FE3-4D73-A027-A8070E41B78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87"/>
          </p:nvPr>
        </p:nvSpPr>
        <p:spPr/>
        <p:txBody>
          <a:bodyPr/>
          <a:lstStyle/>
          <a:p>
            <a:fld id="{F0EFC7BB-A4AD-4F94-B5A3-CD072095BDD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0"/>
          </p:nvPr>
        </p:nvSpPr>
        <p:spPr/>
        <p:txBody>
          <a:bodyPr/>
          <a:lstStyle/>
          <a:p>
            <a:fld id="{EAE6C050-DA6E-44D3-A41D-A52B51881E5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9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3"/>
          </p:nvPr>
        </p:nvSpPr>
        <p:spPr/>
        <p:txBody>
          <a:bodyPr/>
          <a:lstStyle/>
          <a:p>
            <a:fld id="{430BB778-B450-4957-AAAD-C0B4D368A64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9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0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9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96"/>
          </p:nvPr>
        </p:nvSpPr>
        <p:spPr/>
        <p:txBody>
          <a:bodyPr/>
          <a:lstStyle/>
          <a:p>
            <a:fld id="{7AED4723-6C6A-4842-BBBC-597E32E58E47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9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9"/>
          </p:nvPr>
        </p:nvSpPr>
        <p:spPr/>
        <p:txBody>
          <a:bodyPr/>
          <a:lstStyle/>
          <a:p>
            <a:fld id="{A92ADB64-2991-42F9-9A6B-DE225897BDF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0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2"/>
          </p:nvPr>
        </p:nvSpPr>
        <p:spPr/>
        <p:txBody>
          <a:bodyPr/>
          <a:lstStyle/>
          <a:p>
            <a:fld id="{C88C07F0-7F94-405F-9C0A-995EE46CC8F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0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0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5"/>
          </p:nvPr>
        </p:nvSpPr>
        <p:spPr/>
        <p:txBody>
          <a:bodyPr/>
          <a:lstStyle/>
          <a:p>
            <a:fld id="{6B4CA821-0D9B-4989-8B1F-928F9D358CD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0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8"/>
          </p:nvPr>
        </p:nvSpPr>
        <p:spPr/>
        <p:txBody>
          <a:bodyPr/>
          <a:lstStyle/>
          <a:p>
            <a:fld id="{4A0F1AF2-AC15-45C4-B9F9-9F0D55E640E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11"/>
          </p:nvPr>
        </p:nvSpPr>
        <p:spPr/>
        <p:txBody>
          <a:bodyPr/>
          <a:lstStyle/>
          <a:p>
            <a:fld id="{2A9E9708-9757-46A5-921B-38A1420AEB0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3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14"/>
          </p:nvPr>
        </p:nvSpPr>
        <p:spPr/>
        <p:txBody>
          <a:bodyPr/>
          <a:lstStyle/>
          <a:p>
            <a:fld id="{7ACA78EF-8E26-430B-8DC5-F9A609D6657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17"/>
          </p:nvPr>
        </p:nvSpPr>
        <p:spPr/>
        <p:txBody>
          <a:bodyPr/>
          <a:lstStyle/>
          <a:p>
            <a:fld id="{B807489A-FBEB-497B-85CD-57B10EBBC54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0"/>
          </p:nvPr>
        </p:nvSpPr>
        <p:spPr/>
        <p:txBody>
          <a:bodyPr/>
          <a:lstStyle/>
          <a:p>
            <a:fld id="{0A2EE329-70F7-43D7-ACEA-BBC6C99E164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3"/>
          </p:nvPr>
        </p:nvSpPr>
        <p:spPr/>
        <p:txBody>
          <a:bodyPr/>
          <a:lstStyle/>
          <a:p>
            <a:fld id="{6D10FC8C-46CB-46E4-A4F7-5E562C8846B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6"/>
          </p:nvPr>
        </p:nvSpPr>
        <p:spPr/>
        <p:txBody>
          <a:bodyPr/>
          <a:lstStyle/>
          <a:p>
            <a:fld id="{7016705A-B690-40F4-BEEB-991387B1579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8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9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9"/>
          </p:nvPr>
        </p:nvSpPr>
        <p:spPr/>
        <p:txBody>
          <a:bodyPr/>
          <a:lstStyle/>
          <a:p>
            <a:fld id="{FF14AFC9-DAFE-4324-96F0-774FACEEAF7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2"/>
          </p:nvPr>
        </p:nvSpPr>
        <p:spPr/>
        <p:txBody>
          <a:bodyPr/>
          <a:lstStyle/>
          <a:p>
            <a:fld id="{D3AFD4AD-CBFA-4FE6-ADBF-84D662742AE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35"/>
          </p:nvPr>
        </p:nvSpPr>
        <p:spPr/>
        <p:txBody>
          <a:bodyPr/>
          <a:lstStyle/>
          <a:p>
            <a:fld id="{868E06B6-C6EE-4601-BC1B-F15916CD56B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8"/>
          </p:nvPr>
        </p:nvSpPr>
        <p:spPr/>
        <p:txBody>
          <a:bodyPr/>
          <a:lstStyle/>
          <a:p>
            <a:fld id="{72950F40-CB57-45F4-A8F7-36C95050203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41"/>
          </p:nvPr>
        </p:nvSpPr>
        <p:spPr/>
        <p:txBody>
          <a:bodyPr/>
          <a:lstStyle/>
          <a:p>
            <a:fld id="{1699F289-988F-46F5-8D0D-9977E256853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44"/>
          </p:nvPr>
        </p:nvSpPr>
        <p:spPr/>
        <p:txBody>
          <a:bodyPr/>
          <a:lstStyle/>
          <a:p>
            <a:fld id="{E512659E-7CD1-4285-A62C-4095F53EF4F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4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1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47"/>
          </p:nvPr>
        </p:nvSpPr>
        <p:spPr/>
        <p:txBody>
          <a:bodyPr/>
          <a:lstStyle/>
          <a:p>
            <a:fld id="{8FEEA352-32B6-469F-BFE3-C5B08E6C838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4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0"/>
          </p:nvPr>
        </p:nvSpPr>
        <p:spPr/>
        <p:txBody>
          <a:bodyPr/>
          <a:lstStyle/>
          <a:p>
            <a:fld id="{CA9A8096-78E6-47CC-B654-458F574FA35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5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3"/>
          </p:nvPr>
        </p:nvSpPr>
        <p:spPr/>
        <p:txBody>
          <a:bodyPr/>
          <a:lstStyle/>
          <a:p>
            <a:fld id="{93E11715-5396-45C2-BD97-7C94A9D4849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5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0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6"/>
          </p:nvPr>
        </p:nvSpPr>
        <p:spPr/>
        <p:txBody>
          <a:bodyPr/>
          <a:lstStyle/>
          <a:p>
            <a:fld id="{20592303-84CE-43D5-B13A-73F5D74F4BC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5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9"/>
          </p:nvPr>
        </p:nvSpPr>
        <p:spPr/>
        <p:txBody>
          <a:bodyPr/>
          <a:lstStyle/>
          <a:p>
            <a:fld id="{315719E0-D39E-4C14-AEBE-F11B08FA79A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6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1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2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6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62"/>
          </p:nvPr>
        </p:nvSpPr>
        <p:spPr/>
        <p:txBody>
          <a:bodyPr/>
          <a:lstStyle/>
          <a:p>
            <a:fld id="{3F225ECE-697E-4B56-B2A2-02D61EBCA71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6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6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5"/>
          </p:nvPr>
        </p:nvSpPr>
        <p:spPr/>
        <p:txBody>
          <a:bodyPr/>
          <a:lstStyle/>
          <a:p>
            <a:fld id="{E5C44E7C-673F-44B1-8E19-5E7411F06C1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6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6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68"/>
          </p:nvPr>
        </p:nvSpPr>
        <p:spPr/>
        <p:txBody>
          <a:bodyPr/>
          <a:lstStyle/>
          <a:p>
            <a:fld id="{CA4E5988-3ED8-47F1-960F-EA5D9736AF5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6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8279FB68-A21C-488E-8066-A2D3458CA61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7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74"/>
          </p:nvPr>
        </p:nvSpPr>
        <p:spPr/>
        <p:txBody>
          <a:bodyPr/>
          <a:lstStyle/>
          <a:p>
            <a:fld id="{5300F600-0C33-4E12-8C45-C9222E65D35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7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77"/>
          </p:nvPr>
        </p:nvSpPr>
        <p:spPr/>
        <p:txBody>
          <a:bodyPr/>
          <a:lstStyle/>
          <a:p>
            <a:fld id="{DC8CDB71-DFEF-4AE6-B71C-DE5717CC26D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7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9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0"/>
          </p:nvPr>
        </p:nvSpPr>
        <p:spPr/>
        <p:txBody>
          <a:bodyPr/>
          <a:lstStyle/>
          <a:p>
            <a:fld id="{315F920A-AD59-4552-B4C7-BA6F961D2D5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8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3"/>
          </p:nvPr>
        </p:nvSpPr>
        <p:spPr/>
        <p:txBody>
          <a:bodyPr/>
          <a:lstStyle/>
          <a:p>
            <a:fld id="{213CAE4C-ACDF-4347-B02D-4E2F189D684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8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6"/>
          </p:nvPr>
        </p:nvSpPr>
        <p:spPr/>
        <p:txBody>
          <a:bodyPr/>
          <a:lstStyle/>
          <a:p>
            <a:fld id="{B1946E28-AFED-4EDF-AF99-8D2AF77AC16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8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8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8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9"/>
          </p:nvPr>
        </p:nvSpPr>
        <p:spPr/>
        <p:txBody>
          <a:bodyPr/>
          <a:lstStyle/>
          <a:p>
            <a:fld id="{AE162CF9-1B42-4F02-BC55-C688C8CEB37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9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9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2"/>
          </p:nvPr>
        </p:nvSpPr>
        <p:spPr/>
        <p:txBody>
          <a:bodyPr/>
          <a:lstStyle/>
          <a:p>
            <a:fld id="{C076AE13-6DFA-4664-A74A-2BF6989FA61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9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9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0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9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95"/>
          </p:nvPr>
        </p:nvSpPr>
        <p:spPr/>
        <p:txBody>
          <a:bodyPr/>
          <a:lstStyle/>
          <a:p>
            <a:fld id="{8B95EDBB-82AA-41FB-BC01-626EC67DD2B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9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9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8"/>
          </p:nvPr>
        </p:nvSpPr>
        <p:spPr/>
        <p:txBody>
          <a:bodyPr/>
          <a:lstStyle/>
          <a:p>
            <a:fld id="{F26AE8F1-1379-430F-91EF-D5CA558B048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9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01"/>
          </p:nvPr>
        </p:nvSpPr>
        <p:spPr/>
        <p:txBody>
          <a:bodyPr/>
          <a:lstStyle/>
          <a:p>
            <a:fld id="{25299F8A-8826-4605-9492-EA3A1D03B85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0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04"/>
          </p:nvPr>
        </p:nvSpPr>
        <p:spPr/>
        <p:txBody>
          <a:bodyPr/>
          <a:lstStyle/>
          <a:p>
            <a:fld id="{A2C8AA9F-DA4B-44CF-B95E-9AEAB71F766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0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07"/>
          </p:nvPr>
        </p:nvSpPr>
        <p:spPr/>
        <p:txBody>
          <a:bodyPr/>
          <a:lstStyle/>
          <a:p>
            <a:fld id="{A3C9219A-4A8E-484E-8246-5349E1D94D7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0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0"/>
          </p:nvPr>
        </p:nvSpPr>
        <p:spPr/>
        <p:txBody>
          <a:bodyPr/>
          <a:lstStyle/>
          <a:p>
            <a:fld id="{601201E3-B39F-483E-98E4-9C6B13C6A7B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7" name="PlaceHolder 2"/>
          <p:cNvSpPr>
            <a:spLocks noGrp="1"/>
          </p:cNvSpPr>
          <p:nvPr>
            <p:ph type="subTitle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1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3"/>
          </p:nvPr>
        </p:nvSpPr>
        <p:spPr/>
        <p:txBody>
          <a:bodyPr/>
          <a:lstStyle/>
          <a:p>
            <a:fld id="{895A807A-AE99-4B00-B81D-0C15BEAF52A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1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Обычный 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6"/>
          </p:nvPr>
        </p:nvSpPr>
        <p:spPr/>
        <p:txBody>
          <a:bodyPr/>
          <a:lstStyle/>
          <a:p>
            <a:fld id="{D490857B-B181-408C-864C-52AF4482372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1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Обычный 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9"/>
          </p:nvPr>
        </p:nvSpPr>
        <p:spPr/>
        <p:txBody>
          <a:bodyPr/>
          <a:lstStyle/>
          <a:p>
            <a:fld id="{2D44566B-C679-482F-BF01-7F20EF73883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2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1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6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22"/>
          </p:nvPr>
        </p:nvSpPr>
        <p:spPr/>
        <p:txBody>
          <a:bodyPr/>
          <a:lstStyle/>
          <a:p>
            <a:fld id="{0362BD8B-8DB8-4F41-8786-B012E85B65F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2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2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5"/>
          </p:nvPr>
        </p:nvSpPr>
        <p:spPr/>
        <p:txBody>
          <a:bodyPr/>
          <a:lstStyle/>
          <a:p>
            <a:fld id="{B9557FF8-42FD-4EF9-A2E6-A7F04343359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2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Обычный 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7" name="PlaceHolder 2"/>
          <p:cNvSpPr>
            <a:spLocks noGrp="1"/>
          </p:cNvSpPr>
          <p:nvPr>
            <p:ph/>
          </p:nvPr>
        </p:nvSpPr>
        <p:spPr>
          <a:xfrm>
            <a:off x="64800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8" name="PlaceHolder 3"/>
          <p:cNvSpPr>
            <a:spLocks noGrp="1"/>
          </p:cNvSpPr>
          <p:nvPr>
            <p:ph/>
          </p:nvPr>
        </p:nvSpPr>
        <p:spPr>
          <a:xfrm>
            <a:off x="6624720" y="1600560"/>
            <a:ext cx="569160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28"/>
          </p:nvPr>
        </p:nvSpPr>
        <p:spPr/>
        <p:txBody>
          <a:bodyPr/>
          <a:lstStyle/>
          <a:p>
            <a:fld id="{A7127E43-6137-456D-81FF-08786013480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2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31"/>
          </p:nvPr>
        </p:nvSpPr>
        <p:spPr/>
        <p:txBody>
          <a:bodyPr/>
          <a:lstStyle/>
          <a:p>
            <a:fld id="{76F8F0E2-0E7E-48D5-9C41-5D1A6958802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3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1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PlaceHolder 1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3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34"/>
          </p:nvPr>
        </p:nvSpPr>
        <p:spPr/>
        <p:txBody>
          <a:bodyPr/>
          <a:lstStyle/>
          <a:p>
            <a:fld id="{B23AC2C6-F7E1-4BAE-A4AD-1D2F5A5CA93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3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37"/>
          </p:nvPr>
        </p:nvSpPr>
        <p:spPr/>
        <p:txBody>
          <a:bodyPr/>
          <a:lstStyle/>
          <a:p>
            <a:fld id="{121A7869-5E5F-4D61-8C34-396E4D94115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3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0"/>
          </p:nvPr>
        </p:nvSpPr>
        <p:spPr/>
        <p:txBody>
          <a:bodyPr/>
          <a:lstStyle/>
          <a:p>
            <a:fld id="{7D75D376-2825-4F4A-99A0-C88BB833900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4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3"/>
          </p:nvPr>
        </p:nvSpPr>
        <p:spPr/>
        <p:txBody>
          <a:bodyPr/>
          <a:lstStyle/>
          <a:p>
            <a:fld id="{5AAC2317-7D4D-4C76-AF38-D85A135C0ED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4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7.xml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8.xml"/></Relationships>
</file>

<file path=ppt/slideMasters/_rels/slideMaster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/Relationships>
</file>

<file path=ppt/slideMasters/_rels/slideMaster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2.xml"/></Relationships>
</file>

<file path=ppt/slideMasters/_rels/slideMaster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33.xml"/></Relationships>
</file>

<file path=ppt/slideMasters/_rels/slideMaster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4.xml"/><Relationship Id="rId1" Type="http://schemas.openxmlformats.org/officeDocument/2006/relationships/slideLayout" Target="../slideLayouts/slideLayout34.xml"/></Relationships>
</file>

<file path=ppt/slideMasters/_rels/slideMaster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5.xml"/></Relationships>
</file>

<file path=ppt/slideMasters/_rels/slideMaster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6.xml"/></Relationships>
</file>

<file path=ppt/slideMasters/_rels/slideMaster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7.xml"/><Relationship Id="rId1" Type="http://schemas.openxmlformats.org/officeDocument/2006/relationships/slideLayout" Target="../slideLayouts/slideLayout37.xml"/></Relationships>
</file>

<file path=ppt/slideMasters/_rels/slideMaster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8.xml"/><Relationship Id="rId1" Type="http://schemas.openxmlformats.org/officeDocument/2006/relationships/slideLayout" Target="../slideLayouts/slideLayout38.xml"/></Relationships>
</file>

<file path=ppt/slideMasters/_rels/slideMaster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9.xml"/><Relationship Id="rId1" Type="http://schemas.openxmlformats.org/officeDocument/2006/relationships/slideLayout" Target="../slideLayouts/slideLayout39.xml"/></Relationships>
</file>

<file path=ppt/slideMasters/_rels/slideMaster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0.xml"/><Relationship Id="rId1" Type="http://schemas.openxmlformats.org/officeDocument/2006/relationships/slideLayout" Target="../slideLayouts/slideLayout40.xml"/></Relationships>
</file>

<file path=ppt/slideMasters/_rels/slideMaster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1.xml"/><Relationship Id="rId1" Type="http://schemas.openxmlformats.org/officeDocument/2006/relationships/slideLayout" Target="../slideLayouts/slideLayout41.xml"/></Relationships>
</file>

<file path=ppt/slideMasters/_rels/slideMaster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2.xml"/><Relationship Id="rId1" Type="http://schemas.openxmlformats.org/officeDocument/2006/relationships/slideLayout" Target="../slideLayouts/slideLayout42.xml"/></Relationships>
</file>

<file path=ppt/slideMasters/_rels/slideMaster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3.xml"/><Relationship Id="rId1" Type="http://schemas.openxmlformats.org/officeDocument/2006/relationships/slideLayout" Target="../slideLayouts/slideLayout43.xml"/></Relationships>
</file>

<file path=ppt/slideMasters/_rels/slideMaster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4.xml"/><Relationship Id="rId1" Type="http://schemas.openxmlformats.org/officeDocument/2006/relationships/slideLayout" Target="../slideLayouts/slideLayout44.xml"/></Relationships>
</file>

<file path=ppt/slideMasters/_rels/slideMaster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5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4.png"/></Relationships>
</file>

<file path=ppt/slideMasters/_rels/slideMaster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6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4.png"/></Relationships>
</file>

<file path=ppt/slideMasters/_rels/slideMaster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7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4.png"/></Relationships>
</file>

<file path=ppt/slideMasters/_rels/slideMaster4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theme" Target="../theme/theme48.xml"/></Relationships>
</file>

<file path=ppt/slideMasters/_rels/slideMaster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9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4.png"/></Relationships>
</file>

<file path=ppt/slideMasters/_rels/slideMaster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0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4.png"/></Relationships>
</file>

<file path=ppt/slideMasters/_rels/slideMaster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1.xml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4.png"/></Relationships>
</file>

<file path=ppt/slideMasters/_rels/slideMaster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2.xml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4.png"/></Relationships>
</file>

<file path=ppt/slideMasters/_rels/slideMaster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3.xml"/><Relationship Id="rId1" Type="http://schemas.openxmlformats.org/officeDocument/2006/relationships/slideLayout" Target="../slideLayouts/slideLayout65.xml"/><Relationship Id="rId4" Type="http://schemas.openxmlformats.org/officeDocument/2006/relationships/image" Target="../media/image4.png"/></Relationships>
</file>

<file path=ppt/slideMasters/_rels/slideMaster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4.xml"/><Relationship Id="rId1" Type="http://schemas.openxmlformats.org/officeDocument/2006/relationships/slideLayout" Target="../slideLayouts/slideLayout66.xml"/><Relationship Id="rId4" Type="http://schemas.openxmlformats.org/officeDocument/2006/relationships/image" Target="../media/image4.png"/></Relationships>
</file>

<file path=ppt/slideMasters/_rels/slideMaster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5.xml"/><Relationship Id="rId1" Type="http://schemas.openxmlformats.org/officeDocument/2006/relationships/slideLayout" Target="../slideLayouts/slideLayout67.xml"/><Relationship Id="rId4" Type="http://schemas.openxmlformats.org/officeDocument/2006/relationships/image" Target="../media/image4.png"/></Relationships>
</file>

<file path=ppt/slideMasters/_rels/slideMaster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6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4.png"/></Relationships>
</file>

<file path=ppt/slideMasters/_rels/slideMaster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7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4.png"/></Relationships>
</file>

<file path=ppt/slideMasters/_rels/slideMaster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8.xml"/><Relationship Id="rId1" Type="http://schemas.openxmlformats.org/officeDocument/2006/relationships/slideLayout" Target="../slideLayouts/slideLayout70.xml"/><Relationship Id="rId4" Type="http://schemas.openxmlformats.org/officeDocument/2006/relationships/image" Target="../media/image4.png"/></Relationships>
</file>

<file path=ppt/slideMasters/_rels/slideMaster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9.xml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4.png"/></Relationships>
</file>

<file path=ppt/slideMasters/_rels/slideMaster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0.xml"/><Relationship Id="rId1" Type="http://schemas.openxmlformats.org/officeDocument/2006/relationships/slideLayout" Target="../slideLayouts/slideLayout72.xml"/><Relationship Id="rId4" Type="http://schemas.openxmlformats.org/officeDocument/2006/relationships/image" Target="../media/image4.png"/></Relationships>
</file>

<file path=ppt/slideMasters/_rels/slideMaster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1.xml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4.png"/></Relationships>
</file>

<file path=ppt/slideMasters/_rels/slideMaster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2.xml"/><Relationship Id="rId1" Type="http://schemas.openxmlformats.org/officeDocument/2006/relationships/slideLayout" Target="../slideLayouts/slideLayout74.xml"/><Relationship Id="rId4" Type="http://schemas.openxmlformats.org/officeDocument/2006/relationships/image" Target="../media/image4.png"/></Relationships>
</file>

<file path=ppt/slideMasters/_rels/slideMaster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3.xml"/><Relationship Id="rId1" Type="http://schemas.openxmlformats.org/officeDocument/2006/relationships/slideLayout" Target="../slideLayouts/slideLayout75.xml"/><Relationship Id="rId4" Type="http://schemas.openxmlformats.org/officeDocument/2006/relationships/image" Target="../media/image4.png"/></Relationships>
</file>

<file path=ppt/slideMasters/_rels/slideMaster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4.xml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4.png"/></Relationships>
</file>

<file path=ppt/slideMasters/_rels/slideMaster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5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4.png"/></Relationships>
</file>

<file path=ppt/slideMasters/_rels/slideMaster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6.xml"/><Relationship Id="rId1" Type="http://schemas.openxmlformats.org/officeDocument/2006/relationships/slideLayout" Target="../slideLayouts/slideLayout78.xml"/><Relationship Id="rId4" Type="http://schemas.openxmlformats.org/officeDocument/2006/relationships/image" Target="../media/image4.png"/></Relationships>
</file>

<file path=ppt/slideMasters/_rels/slideMaster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7.xml"/><Relationship Id="rId1" Type="http://schemas.openxmlformats.org/officeDocument/2006/relationships/slideLayout" Target="../slideLayouts/slideLayout79.xml"/><Relationship Id="rId4" Type="http://schemas.openxmlformats.org/officeDocument/2006/relationships/image" Target="../media/image4.png"/></Relationships>
</file>

<file path=ppt/slideMasters/_rels/slideMaster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8.xml"/><Relationship Id="rId1" Type="http://schemas.openxmlformats.org/officeDocument/2006/relationships/slideLayout" Target="../slideLayouts/slideLayout80.xml"/><Relationship Id="rId4" Type="http://schemas.openxmlformats.org/officeDocument/2006/relationships/image" Target="../media/image4.png"/></Relationships>
</file>

<file path=ppt/slideMasters/_rels/slideMaster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9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4.png"/></Relationships>
</file>

<file path=ppt/slideMasters/_rels/slideMaster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0.xml"/><Relationship Id="rId1" Type="http://schemas.openxmlformats.org/officeDocument/2006/relationships/slideLayout" Target="../slideLayouts/slideLayout82.xml"/><Relationship Id="rId4" Type="http://schemas.openxmlformats.org/officeDocument/2006/relationships/image" Target="../media/image4.png"/></Relationships>
</file>

<file path=ppt/slideMasters/_rels/slideMaster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1.xml"/><Relationship Id="rId1" Type="http://schemas.openxmlformats.org/officeDocument/2006/relationships/slideLayout" Target="../slideLayouts/slideLayout83.xml"/><Relationship Id="rId4" Type="http://schemas.openxmlformats.org/officeDocument/2006/relationships/image" Target="../media/image4.png"/></Relationships>
</file>

<file path=ppt/slideMasters/_rels/slideMaster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2.xml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4.png"/></Relationships>
</file>

<file path=ppt/slideMasters/_rels/slideMaster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3.xml"/><Relationship Id="rId1" Type="http://schemas.openxmlformats.org/officeDocument/2006/relationships/slideLayout" Target="../slideLayouts/slideLayout85.xml"/><Relationship Id="rId4" Type="http://schemas.openxmlformats.org/officeDocument/2006/relationships/image" Target="../media/image4.png"/></Relationships>
</file>

<file path=ppt/slideMasters/_rels/slideMaster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4.xml"/><Relationship Id="rId1" Type="http://schemas.openxmlformats.org/officeDocument/2006/relationships/slideLayout" Target="../slideLayouts/slideLayout86.xml"/><Relationship Id="rId4" Type="http://schemas.openxmlformats.org/officeDocument/2006/relationships/image" Target="../media/image4.png"/></Relationships>
</file>

<file path=ppt/slideMasters/_rels/slideMaster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5.xml"/><Relationship Id="rId1" Type="http://schemas.openxmlformats.org/officeDocument/2006/relationships/slideLayout" Target="../slideLayouts/slideLayout87.xml"/><Relationship Id="rId4" Type="http://schemas.openxmlformats.org/officeDocument/2006/relationships/image" Target="../media/image4.png"/></Relationships>
</file>

<file path=ppt/slideMasters/_rels/slideMaster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6.xml"/><Relationship Id="rId1" Type="http://schemas.openxmlformats.org/officeDocument/2006/relationships/slideLayout" Target="../slideLayouts/slideLayout88.xml"/><Relationship Id="rId4" Type="http://schemas.openxmlformats.org/officeDocument/2006/relationships/image" Target="../media/image4.png"/></Relationships>
</file>

<file path=ppt/slideMasters/_rels/slideMaster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7.xml"/><Relationship Id="rId1" Type="http://schemas.openxmlformats.org/officeDocument/2006/relationships/slideLayout" Target="../slideLayouts/slideLayout89.xml"/><Relationship Id="rId4" Type="http://schemas.openxmlformats.org/officeDocument/2006/relationships/image" Target="../media/image4.png"/></Relationships>
</file>

<file path=ppt/slideMasters/_rels/slideMaster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8.xml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4.png"/></Relationships>
</file>

<file path=ppt/slideMasters/_rels/slideMaster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9.xml"/><Relationship Id="rId1" Type="http://schemas.openxmlformats.org/officeDocument/2006/relationships/slideLayout" Target="../slideLayouts/slideLayout91.xml"/></Relationships>
</file>

<file path=ppt/slideMasters/_rels/slideMaster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0.xml"/><Relationship Id="rId1" Type="http://schemas.openxmlformats.org/officeDocument/2006/relationships/slideLayout" Target="../slideLayouts/slideLayout92.xml"/></Relationships>
</file>

<file path=ppt/slideMasters/_rels/slideMaster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1.xml"/><Relationship Id="rId1" Type="http://schemas.openxmlformats.org/officeDocument/2006/relationships/slideLayout" Target="../slideLayouts/slideLayout93.xml"/></Relationships>
</file>

<file path=ppt/slideMasters/_rels/slideMaster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2.xml"/><Relationship Id="rId1" Type="http://schemas.openxmlformats.org/officeDocument/2006/relationships/slideLayout" Target="../slideLayouts/slideLayout94.xml"/></Relationships>
</file>

<file path=ppt/slideMasters/_rels/slideMaster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3.xml"/><Relationship Id="rId1" Type="http://schemas.openxmlformats.org/officeDocument/2006/relationships/slideLayout" Target="../slideLayouts/slideLayout95.xml"/></Relationships>
</file>

<file path=ppt/slideMasters/_rels/slideMaster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4.xml"/><Relationship Id="rId1" Type="http://schemas.openxmlformats.org/officeDocument/2006/relationships/slideLayout" Target="../slideLayouts/slideLayout96.xml"/></Relationships>
</file>

<file path=ppt/slideMasters/_rels/slideMaster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5.xml"/><Relationship Id="rId1" Type="http://schemas.openxmlformats.org/officeDocument/2006/relationships/slideLayout" Target="../slideLayouts/slideLayout97.xml"/></Relationships>
</file>

<file path=ppt/slideMasters/_rels/slideMaster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6.xml"/><Relationship Id="rId1" Type="http://schemas.openxmlformats.org/officeDocument/2006/relationships/slideLayout" Target="../slideLayouts/slideLayout98.xml"/></Relationships>
</file>

<file path=ppt/slideMasters/_rels/slideMaster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7.xml"/><Relationship Id="rId1" Type="http://schemas.openxmlformats.org/officeDocument/2006/relationships/slideLayout" Target="../slideLayouts/slideLayout99.xml"/></Relationships>
</file>

<file path=ppt/slideMasters/_rels/slideMaster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8.xml"/><Relationship Id="rId1" Type="http://schemas.openxmlformats.org/officeDocument/2006/relationships/slideLayout" Target="../slideLayouts/slideLayout100.xml"/></Relationships>
</file>

<file path=ppt/slideMasters/_rels/slideMaster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9.xml"/><Relationship Id="rId1" Type="http://schemas.openxmlformats.org/officeDocument/2006/relationships/slideLayout" Target="../slideLayouts/slideLayout101.xml"/></Relationships>
</file>

<file path=ppt/slideMasters/_rels/slideMaster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0.xml"/><Relationship Id="rId1" Type="http://schemas.openxmlformats.org/officeDocument/2006/relationships/slideLayout" Target="../slideLayouts/slideLayout102.xml"/></Relationships>
</file>

<file path=ppt/slideMasters/_rels/slideMaster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1.xml"/><Relationship Id="rId1" Type="http://schemas.openxmlformats.org/officeDocument/2006/relationships/slideLayout" Target="../slideLayouts/slideLayout103.xml"/></Relationships>
</file>

<file path=ppt/slideMasters/_rels/slideMaster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2.xml"/><Relationship Id="rId1" Type="http://schemas.openxmlformats.org/officeDocument/2006/relationships/slideLayout" Target="../slideLayouts/slideLayout104.xml"/></Relationships>
</file>

<file path=ppt/slideMasters/_rels/slideMaster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3.xml"/><Relationship Id="rId1" Type="http://schemas.openxmlformats.org/officeDocument/2006/relationships/slideLayout" Target="../slideLayouts/slideLayout105.xml"/></Relationships>
</file>

<file path=ppt/slideMasters/_rels/slideMaster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4.xml"/><Relationship Id="rId1" Type="http://schemas.openxmlformats.org/officeDocument/2006/relationships/slideLayout" Target="../slideLayouts/slideLayout106.xml"/></Relationships>
</file>

<file path=ppt/slideMasters/_rels/slideMaster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5.xml"/><Relationship Id="rId1" Type="http://schemas.openxmlformats.org/officeDocument/2006/relationships/slideLayout" Target="../slideLayouts/slideLayout107.xml"/></Relationships>
</file>

<file path=ppt/slideMasters/_rels/slideMaster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6.xml"/><Relationship Id="rId1" Type="http://schemas.openxmlformats.org/officeDocument/2006/relationships/slideLayout" Target="../slideLayouts/slideLayout108.xml"/></Relationships>
</file>

<file path=ppt/slideMasters/_rels/slideMaster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7.xml"/><Relationship Id="rId1" Type="http://schemas.openxmlformats.org/officeDocument/2006/relationships/slideLayout" Target="../slideLayouts/slideLayout109.xml"/></Relationships>
</file>

<file path=ppt/slideMasters/_rels/slideMaster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8.xml"/><Relationship Id="rId1" Type="http://schemas.openxmlformats.org/officeDocument/2006/relationships/slideLayout" Target="../slideLayouts/slideLayout110.xml"/></Relationships>
</file>

<file path=ppt/slideMasters/_rels/slideMaster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9.xml"/><Relationship Id="rId1" Type="http://schemas.openxmlformats.org/officeDocument/2006/relationships/slideLayout" Target="../slideLayouts/slideLayout111.xml"/></Relationships>
</file>

<file path=ppt/slideMasters/_rels/slideMaster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0.xml"/><Relationship Id="rId1" Type="http://schemas.openxmlformats.org/officeDocument/2006/relationships/slideLayout" Target="../slideLayouts/slideLayout112.xml"/></Relationships>
</file>

<file path=ppt/slideMasters/_rels/slideMaster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1.xml"/><Relationship Id="rId1" Type="http://schemas.openxmlformats.org/officeDocument/2006/relationships/slideLayout" Target="../slideLayouts/slideLayout113.xml"/></Relationships>
</file>

<file path=ppt/slideMasters/_rels/slideMaster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2.xml"/><Relationship Id="rId1" Type="http://schemas.openxmlformats.org/officeDocument/2006/relationships/slideLayout" Target="../slideLayouts/slideLayout114.xml"/></Relationships>
</file>

<file path=ppt/slideMasters/_rels/slideMaster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3.xml"/><Relationship Id="rId1" Type="http://schemas.openxmlformats.org/officeDocument/2006/relationships/slideLayout" Target="../slideLayouts/slideLayout115.xml"/></Relationships>
</file>

<file path=ppt/slideMasters/_rels/slideMaster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4.xml"/><Relationship Id="rId1" Type="http://schemas.openxmlformats.org/officeDocument/2006/relationships/slideLayout" Target="../slideLayouts/slideLayout116.xml"/></Relationships>
</file>

<file path=ppt/slideMasters/_rels/slideMaster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5.xml"/><Relationship Id="rId1" Type="http://schemas.openxmlformats.org/officeDocument/2006/relationships/slideLayout" Target="../slideLayouts/slideLayout117.xml"/></Relationships>
</file>

<file path=ppt/slideMasters/_rels/slideMaster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6.xml"/><Relationship Id="rId1" Type="http://schemas.openxmlformats.org/officeDocument/2006/relationships/slideLayout" Target="../slideLayouts/slideLayout118.xml"/></Relationships>
</file>

<file path=ppt/slideMasters/_rels/slideMaster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7.xml"/><Relationship Id="rId1" Type="http://schemas.openxmlformats.org/officeDocument/2006/relationships/slideLayout" Target="../slideLayouts/slideLayout119.xml"/></Relationships>
</file>

<file path=ppt/slideMasters/_rels/slideMaster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8.xml"/><Relationship Id="rId1" Type="http://schemas.openxmlformats.org/officeDocument/2006/relationships/slideLayout" Target="../slideLayouts/slideLayout120.xml"/></Relationships>
</file>

<file path=ppt/slideMasters/_rels/slideMaster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9.xml"/><Relationship Id="rId1" Type="http://schemas.openxmlformats.org/officeDocument/2006/relationships/slideLayout" Target="../slideLayouts/slideLayout121.xml"/></Relationships>
</file>

<file path=ppt/slideMasters/_rels/slideMaster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0.xml"/><Relationship Id="rId1" Type="http://schemas.openxmlformats.org/officeDocument/2006/relationships/slideLayout" Target="../slideLayouts/slideLayout122.xml"/></Relationships>
</file>

<file path=ppt/slideMasters/_rels/slideMaster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1.xml"/><Relationship Id="rId1" Type="http://schemas.openxmlformats.org/officeDocument/2006/relationships/slideLayout" Target="../slideLayouts/slideLayout123.xml"/></Relationships>
</file>

<file path=ppt/slideMasters/_rels/slideMaster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12.xml"/><Relationship Id="rId1" Type="http://schemas.openxmlformats.org/officeDocument/2006/relationships/slideLayout" Target="../slideLayouts/slideLayout124.xml"/></Relationships>
</file>

<file path=ppt/slideMasters/_rels/slideMaster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13.xml"/><Relationship Id="rId1" Type="http://schemas.openxmlformats.org/officeDocument/2006/relationships/slideLayout" Target="../slideLayouts/slideLayout125.xml"/></Relationships>
</file>

<file path=ppt/slideMasters/_rels/slideMaster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14.xml"/><Relationship Id="rId1" Type="http://schemas.openxmlformats.org/officeDocument/2006/relationships/slideLayout" Target="../slideLayouts/slideLayout126.xml"/></Relationships>
</file>

<file path=ppt/slideMasters/_rels/slideMaster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15.xml"/><Relationship Id="rId1" Type="http://schemas.openxmlformats.org/officeDocument/2006/relationships/slideLayout" Target="../slideLayouts/slideLayout127.xml"/></Relationships>
</file>

<file path=ppt/slideMasters/_rels/slideMaster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16.xml"/><Relationship Id="rId1" Type="http://schemas.openxmlformats.org/officeDocument/2006/relationships/slideLayout" Target="../slideLayouts/slideLayout128.xml"/></Relationships>
</file>

<file path=ppt/slideMasters/_rels/slideMaster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17.xml"/><Relationship Id="rId1" Type="http://schemas.openxmlformats.org/officeDocument/2006/relationships/slideLayout" Target="../slideLayouts/slideLayout129.xml"/></Relationships>
</file>

<file path=ppt/slideMasters/_rels/slideMaster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18.xml"/><Relationship Id="rId1" Type="http://schemas.openxmlformats.org/officeDocument/2006/relationships/slideLayout" Target="../slideLayouts/slideLayout130.xml"/></Relationships>
</file>

<file path=ppt/slideMasters/_rels/slideMaster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19.xml"/><Relationship Id="rId1" Type="http://schemas.openxmlformats.org/officeDocument/2006/relationships/slideLayout" Target="../slideLayouts/slideLayout131.xml"/></Relationships>
</file>

<file path=ppt/slideMasters/_rels/slideMaster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20.xml"/><Relationship Id="rId1" Type="http://schemas.openxmlformats.org/officeDocument/2006/relationships/slideLayout" Target="../slideLayouts/slideLayout132.xml"/></Relationships>
</file>

<file path=ppt/slideMasters/_rels/slideMaster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21.xml"/><Relationship Id="rId1" Type="http://schemas.openxmlformats.org/officeDocument/2006/relationships/slideLayout" Target="../slideLayouts/slideLayout133.xml"/></Relationships>
</file>

<file path=ppt/slideMasters/_rels/slideMaster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theme" Target="../theme/theme122.xml"/><Relationship Id="rId1" Type="http://schemas.openxmlformats.org/officeDocument/2006/relationships/slideLayout" Target="../slideLayouts/slideLayout134.xml"/></Relationships>
</file>

<file path=ppt/slideMasters/_rels/slideMaster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3.xml"/><Relationship Id="rId1" Type="http://schemas.openxmlformats.org/officeDocument/2006/relationships/slideLayout" Target="../slideLayouts/slideLayout135.xml"/></Relationships>
</file>

<file path=ppt/slideMasters/_rels/slideMaster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4.xml"/><Relationship Id="rId1" Type="http://schemas.openxmlformats.org/officeDocument/2006/relationships/slideLayout" Target="../slideLayouts/slideLayout136.xml"/></Relationships>
</file>

<file path=ppt/slideMasters/_rels/slideMaster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5.xml"/><Relationship Id="rId1" Type="http://schemas.openxmlformats.org/officeDocument/2006/relationships/slideLayout" Target="../slideLayouts/slideLayout137.xml"/></Relationships>
</file>

<file path=ppt/slideMasters/_rels/slideMaster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6.xml"/><Relationship Id="rId1" Type="http://schemas.openxmlformats.org/officeDocument/2006/relationships/slideLayout" Target="../slideLayouts/slideLayout138.xml"/></Relationships>
</file>

<file path=ppt/slideMasters/_rels/slideMaster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7.xml"/><Relationship Id="rId1" Type="http://schemas.openxmlformats.org/officeDocument/2006/relationships/slideLayout" Target="../slideLayouts/slideLayout139.xml"/></Relationships>
</file>

<file path=ppt/slideMasters/_rels/slideMaster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8.xml"/><Relationship Id="rId1" Type="http://schemas.openxmlformats.org/officeDocument/2006/relationships/slideLayout" Target="../slideLayouts/slideLayout140.xml"/></Relationships>
</file>

<file path=ppt/slideMasters/_rels/slideMaster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9.xml"/><Relationship Id="rId1" Type="http://schemas.openxmlformats.org/officeDocument/2006/relationships/slideLayout" Target="../slideLayouts/slideLayout141.xml"/></Relationships>
</file>

<file path=ppt/slideMasters/_rels/slideMaster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0.xml"/><Relationship Id="rId1" Type="http://schemas.openxmlformats.org/officeDocument/2006/relationships/slideLayout" Target="../slideLayouts/slideLayout142.xml"/></Relationships>
</file>

<file path=ppt/slideMasters/_rels/slideMaster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1.xml"/><Relationship Id="rId1" Type="http://schemas.openxmlformats.org/officeDocument/2006/relationships/slideLayout" Target="../slideLayouts/slideLayout143.xml"/></Relationships>
</file>

<file path=ppt/slideMasters/_rels/slideMaster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2.xml"/><Relationship Id="rId1" Type="http://schemas.openxmlformats.org/officeDocument/2006/relationships/slideLayout" Target="../slideLayouts/slideLayout144.xml"/></Relationships>
</file>

<file path=ppt/slideMasters/_rels/slideMaster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3.xml"/><Relationship Id="rId1" Type="http://schemas.openxmlformats.org/officeDocument/2006/relationships/slideLayout" Target="../slideLayouts/slideLayout145.xml"/></Relationships>
</file>

<file path=ppt/slideMasters/_rels/slideMaster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4.xml"/><Relationship Id="rId1" Type="http://schemas.openxmlformats.org/officeDocument/2006/relationships/slideLayout" Target="../slideLayouts/slideLayout146.xml"/></Relationships>
</file>

<file path=ppt/slideMasters/_rels/slideMaster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5.xml"/><Relationship Id="rId1" Type="http://schemas.openxmlformats.org/officeDocument/2006/relationships/slideLayout" Target="../slideLayouts/slideLayout147.xml"/></Relationships>
</file>

<file path=ppt/slideMasters/_rels/slideMaster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6.xml"/><Relationship Id="rId1" Type="http://schemas.openxmlformats.org/officeDocument/2006/relationships/slideLayout" Target="../slideLayouts/slideLayout148.xml"/></Relationships>
</file>

<file path=ppt/slideMasters/_rels/slideMaster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7.xml"/><Relationship Id="rId1" Type="http://schemas.openxmlformats.org/officeDocument/2006/relationships/slideLayout" Target="../slideLayouts/slideLayout149.xml"/></Relationships>
</file>

<file path=ppt/slideMasters/_rels/slideMaster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8.xml"/><Relationship Id="rId1" Type="http://schemas.openxmlformats.org/officeDocument/2006/relationships/slideLayout" Target="../slideLayouts/slideLayout150.xml"/></Relationships>
</file>

<file path=ppt/slideMasters/_rels/slideMaster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9.xml"/><Relationship Id="rId1" Type="http://schemas.openxmlformats.org/officeDocument/2006/relationships/slideLayout" Target="../slideLayouts/slideLayout151.xml"/></Relationships>
</file>

<file path=ppt/slideMasters/_rels/slideMaster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0.xml"/><Relationship Id="rId1" Type="http://schemas.openxmlformats.org/officeDocument/2006/relationships/slideLayout" Target="../slideLayouts/slideLayout152.xml"/></Relationships>
</file>

<file path=ppt/slideMasters/_rels/slideMaster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1.xml"/><Relationship Id="rId1" Type="http://schemas.openxmlformats.org/officeDocument/2006/relationships/slideLayout" Target="../slideLayouts/slideLayout153.xml"/></Relationships>
</file>

<file path=ppt/slideMasters/_rels/slideMaster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2.xml"/><Relationship Id="rId1" Type="http://schemas.openxmlformats.org/officeDocument/2006/relationships/slideLayout" Target="../slideLayouts/slideLayout154.xml"/></Relationships>
</file>

<file path=ppt/slideMasters/_rels/slideMaster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3.xml"/><Relationship Id="rId1" Type="http://schemas.openxmlformats.org/officeDocument/2006/relationships/slideLayout" Target="../slideLayouts/slideLayout155.xml"/></Relationships>
</file>

<file path=ppt/slideMasters/_rels/slideMaster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4.xml"/><Relationship Id="rId1" Type="http://schemas.openxmlformats.org/officeDocument/2006/relationships/slideLayout" Target="../slideLayouts/slideLayout156.xml"/></Relationships>
</file>

<file path=ppt/slideMasters/_rels/slideMaster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5.xml"/><Relationship Id="rId1" Type="http://schemas.openxmlformats.org/officeDocument/2006/relationships/slideLayout" Target="../slideLayouts/slideLayout157.xml"/></Relationships>
</file>

<file path=ppt/slideMasters/_rels/slideMaster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6.xml"/><Relationship Id="rId1" Type="http://schemas.openxmlformats.org/officeDocument/2006/relationships/slideLayout" Target="../slideLayouts/slideLayout158.xml"/></Relationships>
</file>

<file path=ppt/slideMasters/_rels/slideMaster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7.xml"/><Relationship Id="rId1" Type="http://schemas.openxmlformats.org/officeDocument/2006/relationships/slideLayout" Target="../slideLayouts/slideLayout159.xml"/></Relationships>
</file>

<file path=ppt/slideMasters/_rels/slideMaster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8.xml"/><Relationship Id="rId1" Type="http://schemas.openxmlformats.org/officeDocument/2006/relationships/slideLayout" Target="../slideLayouts/slideLayout160.xml"/></Relationships>
</file>

<file path=ppt/slideMasters/_rels/slideMaster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9.xml"/><Relationship Id="rId1" Type="http://schemas.openxmlformats.org/officeDocument/2006/relationships/slideLayout" Target="../slideLayouts/slideLayout161.xml"/></Relationships>
</file>

<file path=ppt/slideMasters/_rels/slideMaster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0.xml"/><Relationship Id="rId1" Type="http://schemas.openxmlformats.org/officeDocument/2006/relationships/slideLayout" Target="../slideLayouts/slideLayout162.xml"/></Relationships>
</file>

<file path=ppt/slideMasters/_rels/slideMaster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1.xml"/><Relationship Id="rId1" Type="http://schemas.openxmlformats.org/officeDocument/2006/relationships/slideLayout" Target="../slideLayouts/slideLayout163.xml"/></Relationships>
</file>

<file path=ppt/slideMasters/_rels/slideMaster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2.xml"/><Relationship Id="rId1" Type="http://schemas.openxmlformats.org/officeDocument/2006/relationships/slideLayout" Target="../slideLayouts/slideLayout164.xml"/></Relationships>
</file>

<file path=ppt/slideMasters/_rels/slideMaster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3.xml"/><Relationship Id="rId1" Type="http://schemas.openxmlformats.org/officeDocument/2006/relationships/slideLayout" Target="../slideLayouts/slideLayout165.xml"/></Relationships>
</file>

<file path=ppt/slideMasters/_rels/slideMaster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4.xml"/><Relationship Id="rId1" Type="http://schemas.openxmlformats.org/officeDocument/2006/relationships/slideLayout" Target="../slideLayouts/slideLayout166.xml"/></Relationships>
</file>

<file path=ppt/slideMasters/_rels/slideMaster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5.xml"/><Relationship Id="rId1" Type="http://schemas.openxmlformats.org/officeDocument/2006/relationships/slideLayout" Target="../slideLayouts/slideLayout167.xml"/></Relationships>
</file>

<file path=ppt/slideMasters/_rels/slideMaster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6.xml"/><Relationship Id="rId1" Type="http://schemas.openxmlformats.org/officeDocument/2006/relationships/slideLayout" Target="../slideLayouts/slideLayout168.xml"/></Relationships>
</file>

<file path=ppt/slideMasters/_rels/slideMaster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7.xml"/><Relationship Id="rId1" Type="http://schemas.openxmlformats.org/officeDocument/2006/relationships/slideLayout" Target="../slideLayouts/slideLayout169.xml"/></Relationships>
</file>

<file path=ppt/slideMasters/_rels/slideMaster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8.xml"/><Relationship Id="rId1" Type="http://schemas.openxmlformats.org/officeDocument/2006/relationships/slideLayout" Target="../slideLayouts/slideLayout170.xml"/></Relationships>
</file>

<file path=ppt/slideMasters/_rels/slideMaster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9.xml"/><Relationship Id="rId1" Type="http://schemas.openxmlformats.org/officeDocument/2006/relationships/slideLayout" Target="../slideLayouts/slideLayout171.xml"/></Relationships>
</file>

<file path=ppt/slideMasters/_rels/slideMaster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0.xml"/><Relationship Id="rId1" Type="http://schemas.openxmlformats.org/officeDocument/2006/relationships/slideLayout" Target="../slideLayouts/slideLayout172.xml"/></Relationships>
</file>

<file path=ppt/slideMasters/_rels/slideMaster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1.xml"/><Relationship Id="rId1" Type="http://schemas.openxmlformats.org/officeDocument/2006/relationships/slideLayout" Target="../slideLayouts/slideLayout173.xml"/></Relationships>
</file>

<file path=ppt/slideMasters/_rels/slideMaster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2.xml"/><Relationship Id="rId1" Type="http://schemas.openxmlformats.org/officeDocument/2006/relationships/slideLayout" Target="../slideLayouts/slideLayout174.xml"/></Relationships>
</file>

<file path=ppt/slideMasters/_rels/slideMaster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3.xml"/><Relationship Id="rId1" Type="http://schemas.openxmlformats.org/officeDocument/2006/relationships/slideLayout" Target="../slideLayouts/slideLayout175.xml"/></Relationships>
</file>

<file path=ppt/slideMasters/_rels/slideMaster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4.xml"/><Relationship Id="rId1" Type="http://schemas.openxmlformats.org/officeDocument/2006/relationships/slideLayout" Target="../slideLayouts/slideLayout176.xml"/></Relationships>
</file>

<file path=ppt/slideMasters/_rels/slideMaster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5.xml"/><Relationship Id="rId1" Type="http://schemas.openxmlformats.org/officeDocument/2006/relationships/slideLayout" Target="../slideLayouts/slideLayout177.xml"/></Relationships>
</file>

<file path=ppt/slideMasters/_rels/slideMaster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6.xml"/><Relationship Id="rId1" Type="http://schemas.openxmlformats.org/officeDocument/2006/relationships/slideLayout" Target="../slideLayouts/slideLayout1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4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sldNum" idx="1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FAF34707-C945-4429-80AD-A05A591DDD5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14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sldNum" idx="2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26B2143-1F1B-457C-B7DA-1EDF28C1454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22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sldNum" idx="3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AFB275F0-C62E-4C18-B8DC-50DB606E963E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30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33" name="PlaceHolder 3"/>
          <p:cNvSpPr>
            <a:spLocks noGrp="1"/>
          </p:cNvSpPr>
          <p:nvPr>
            <p:ph type="sldNum" idx="4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DA38E748-82C9-4D12-8A50-E72271502512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40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sldNum" idx="5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CD45EB34-71FA-44A5-8CF4-09E8C980A26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4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48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sldNum" idx="6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A2831AE-1237-451E-8CB3-DF53FF012BF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5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60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sldNum" idx="7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75EDB32-DF30-4F34-8C90-EEDBE3968879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6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68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0" name="PlaceHolder 2"/>
          <p:cNvSpPr>
            <a:spLocks noGrp="1"/>
          </p:cNvSpPr>
          <p:nvPr>
            <p:ph type="sldNum" idx="8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B30C7376-AE06-4D70-AFE0-BFAA875E5609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75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6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77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PlaceHolder 1"/>
          <p:cNvSpPr>
            <a:spLocks noGrp="1"/>
          </p:cNvSpPr>
          <p:nvPr>
            <p:ph type="sldNum" idx="9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84AAAA2-B088-42EE-970C-56AC0D67260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8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85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sldNum" idx="10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046BDCF2-B470-42B8-9512-202FA501F27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1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2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pic>
        <p:nvPicPr>
          <p:cNvPr id="93" name="Picture 5"/>
          <p:cNvPicPr/>
          <p:nvPr/>
        </p:nvPicPr>
        <p:blipFill>
          <a:blip r:embed="rId4"/>
          <a:stretch/>
        </p:blipFill>
        <p:spPr>
          <a:xfrm>
            <a:off x="11903040" y="0"/>
            <a:ext cx="1056240" cy="68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PlaceHolder 1"/>
          <p:cNvSpPr>
            <a:spLocks noGrp="1"/>
          </p:cNvSpPr>
          <p:nvPr>
            <p:ph type="sldNum" idx="11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AFCBA2D8-3534-476B-AD9A-D3934CB1147A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2" name="PlaceHolder 2"/>
          <p:cNvSpPr>
            <a:spLocks noGrp="1"/>
          </p:cNvSpPr>
          <p:nvPr>
            <p:ph type="ftr" idx="1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13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981B2D48-DE11-4EE0-BD2C-5C8BB703FF1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dt" idx="1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0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12" name="PlaceHolder 1"/>
          <p:cNvSpPr>
            <a:spLocks noGrp="1"/>
          </p:cNvSpPr>
          <p:nvPr>
            <p:ph type="ftr" idx="1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ldNum" idx="16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250FDA67-D1C8-4C4D-8EBC-19EF5CD82CD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dt" idx="1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15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21" name="PlaceHolder 1"/>
          <p:cNvSpPr>
            <a:spLocks noGrp="1"/>
          </p:cNvSpPr>
          <p:nvPr>
            <p:ph type="ftr" idx="1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ldNum" idx="19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7D56275D-0115-4698-B4FD-88F7B030BE4A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dt" idx="2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2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32" name="PlaceHolder 3"/>
          <p:cNvSpPr>
            <a:spLocks noGrp="1"/>
          </p:cNvSpPr>
          <p:nvPr>
            <p:ph type="ftr" idx="2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sldNum" idx="22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53117D7-F26E-4970-97DC-789BC7738EC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dt" idx="23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1" name="PlaceHolder 1"/>
          <p:cNvSpPr>
            <a:spLocks noGrp="1"/>
          </p:cNvSpPr>
          <p:nvPr>
            <p:ph type="ftr" idx="2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sldNum" idx="25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20102FA-2693-4224-84B5-55DA81F1352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dt" idx="2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4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53" name="PlaceHolder 4"/>
          <p:cNvSpPr>
            <a:spLocks noGrp="1"/>
          </p:cNvSpPr>
          <p:nvPr>
            <p:ph type="ftr" idx="2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 type="sldNum" idx="28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C818294-1B02-4443-A9D0-E1D58FAED8C9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6"/>
          <p:cNvSpPr>
            <a:spLocks noGrp="1"/>
          </p:cNvSpPr>
          <p:nvPr>
            <p:ph type="dt" idx="2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1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2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3" name="PlaceHolder 1"/>
          <p:cNvSpPr>
            <a:spLocks noGrp="1"/>
          </p:cNvSpPr>
          <p:nvPr>
            <p:ph type="ftr" idx="3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sldNum" idx="31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B8592439-6F5B-4AF6-B56A-47B20AB0F095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dt" idx="3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66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7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7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73" name="PlaceHolder 2"/>
          <p:cNvSpPr>
            <a:spLocks noGrp="1"/>
          </p:cNvSpPr>
          <p:nvPr>
            <p:ph type="ftr" idx="3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34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EBA9E4F-460E-4621-8653-F7B132692F2C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dt" idx="3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7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8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82" name="PlaceHolder 1"/>
          <p:cNvSpPr>
            <a:spLocks noGrp="1"/>
          </p:cNvSpPr>
          <p:nvPr>
            <p:ph type="ftr" idx="3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ldNum" idx="37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4B1FE415-D284-48FC-8D71-2DA806D30267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dt" idx="3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5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8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8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91" name="PlaceHolder 1"/>
          <p:cNvSpPr>
            <a:spLocks noGrp="1"/>
          </p:cNvSpPr>
          <p:nvPr>
            <p:ph type="ftr" idx="3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sldNum" idx="40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8A7B1873-ADAA-4801-A1DF-9CF78D4AB511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dt" idx="4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9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00" name="PlaceHolder 1"/>
          <p:cNvSpPr>
            <a:spLocks noGrp="1"/>
          </p:cNvSpPr>
          <p:nvPr>
            <p:ph type="ftr" idx="4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sldNum" idx="43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45840D14-A14B-4400-84D6-91D69130F85E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dt" idx="4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03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0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07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8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10" name="PlaceHolder 2"/>
          <p:cNvSpPr>
            <a:spLocks noGrp="1"/>
          </p:cNvSpPr>
          <p:nvPr>
            <p:ph type="ftr" idx="4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46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A28B9E59-FCB7-4466-9EDC-E1B4E8164779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dt" idx="4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1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1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20" name="PlaceHolder 1"/>
          <p:cNvSpPr>
            <a:spLocks noGrp="1"/>
          </p:cNvSpPr>
          <p:nvPr>
            <p:ph type="ftr" idx="4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sldNum" idx="49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4E0AA3E-466E-4645-9C78-BE4A9978F8AA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dt" idx="5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23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2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27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8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29" name="PlaceHolder 1"/>
          <p:cNvSpPr>
            <a:spLocks noGrp="1"/>
          </p:cNvSpPr>
          <p:nvPr>
            <p:ph type="ftr" idx="5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sldNum" idx="52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BA52143E-6FC5-49F6-BFC3-F373625DE463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dt" idx="53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32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3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3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240" name="PlaceHolder 3"/>
          <p:cNvSpPr>
            <a:spLocks noGrp="1"/>
          </p:cNvSpPr>
          <p:nvPr>
            <p:ph type="ftr" idx="5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 type="sldNum" idx="55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21A7BF4-7659-4463-A428-6D1E7AD2487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PlaceHolder 5"/>
          <p:cNvSpPr>
            <a:spLocks noGrp="1"/>
          </p:cNvSpPr>
          <p:nvPr>
            <p:ph type="dt" idx="5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47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8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49" name="PlaceHolder 1"/>
          <p:cNvSpPr>
            <a:spLocks noGrp="1"/>
          </p:cNvSpPr>
          <p:nvPr>
            <p:ph type="ftr" idx="5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sldNum" idx="58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E618EC30-EBE3-4861-8865-857A99A2BD5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dt" idx="5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252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5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5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260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261" name="PlaceHolder 4"/>
          <p:cNvSpPr>
            <a:spLocks noGrp="1"/>
          </p:cNvSpPr>
          <p:nvPr>
            <p:ph type="ftr" idx="6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PlaceHolder 5"/>
          <p:cNvSpPr>
            <a:spLocks noGrp="1"/>
          </p:cNvSpPr>
          <p:nvPr>
            <p:ph type="sldNum" idx="61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880F7CCD-A584-4B7F-9335-2F39720DFB37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PlaceHolder 6"/>
          <p:cNvSpPr>
            <a:spLocks noGrp="1"/>
          </p:cNvSpPr>
          <p:nvPr>
            <p:ph type="dt" idx="6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6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71" name="PlaceHolder 1"/>
          <p:cNvSpPr>
            <a:spLocks noGrp="1"/>
          </p:cNvSpPr>
          <p:nvPr>
            <p:ph type="ftr" idx="6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sldNum" idx="64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6682D23B-2C78-481F-A638-7BC59614C364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dt" idx="6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27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7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7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81" name="PlaceHolder 2"/>
          <p:cNvSpPr>
            <a:spLocks noGrp="1"/>
          </p:cNvSpPr>
          <p:nvPr>
            <p:ph type="ftr" idx="6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67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A76F500E-55AC-4DE9-91C2-0CDD65047D8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 type="dt" idx="6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8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8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90" name="PlaceHolder 1"/>
          <p:cNvSpPr>
            <a:spLocks noGrp="1"/>
          </p:cNvSpPr>
          <p:nvPr>
            <p:ph type="ftr" idx="6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sldNum" idx="70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B8266F8-07C4-40DF-AE2C-34B35BEDC4F4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dt" idx="7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93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9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297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8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299" name="PlaceHolder 1"/>
          <p:cNvSpPr>
            <a:spLocks noGrp="1"/>
          </p:cNvSpPr>
          <p:nvPr>
            <p:ph type="ftr" idx="7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sldNum" idx="73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AD742200-48A5-4CCB-9485-E5CDD112429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dt" idx="7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02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0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0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308" name="PlaceHolder 1"/>
          <p:cNvSpPr>
            <a:spLocks noGrp="1"/>
          </p:cNvSpPr>
          <p:nvPr>
            <p:ph type="ftr" idx="7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sldNum" idx="76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5898443-7910-486B-8197-0787D12E4B6B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dt" idx="7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11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12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15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6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18" name="PlaceHolder 2"/>
          <p:cNvSpPr>
            <a:spLocks noGrp="1"/>
          </p:cNvSpPr>
          <p:nvPr>
            <p:ph type="ftr" idx="7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79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AFD844BE-A5A2-4E86-9E4B-5B4567F4E24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 type="dt" idx="8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21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2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328" name="PlaceHolder 1"/>
          <p:cNvSpPr>
            <a:spLocks noGrp="1"/>
          </p:cNvSpPr>
          <p:nvPr>
            <p:ph type="ftr" idx="8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sldNum" idx="82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0B4A52AC-B250-461C-81E7-2B7D5966466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dt" idx="83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31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32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35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6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337" name="PlaceHolder 1"/>
          <p:cNvSpPr>
            <a:spLocks noGrp="1"/>
          </p:cNvSpPr>
          <p:nvPr>
            <p:ph type="ftr" idx="8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sldNum" idx="85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4E96DD56-DE22-44BD-9572-5F5E59C29D3E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dt" idx="8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40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41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44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5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348" name="PlaceHolder 3"/>
          <p:cNvSpPr>
            <a:spLocks noGrp="1"/>
          </p:cNvSpPr>
          <p:nvPr>
            <p:ph type="ftr" idx="8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PlaceHolder 4"/>
          <p:cNvSpPr>
            <a:spLocks noGrp="1"/>
          </p:cNvSpPr>
          <p:nvPr>
            <p:ph type="sldNum" idx="88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1CD2C8D2-797E-4F7E-8DFD-66F32D8041EC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PlaceHolder 5"/>
          <p:cNvSpPr>
            <a:spLocks noGrp="1"/>
          </p:cNvSpPr>
          <p:nvPr>
            <p:ph type="dt" idx="8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55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6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357" name="PlaceHolder 1"/>
          <p:cNvSpPr>
            <a:spLocks noGrp="1"/>
          </p:cNvSpPr>
          <p:nvPr>
            <p:ph type="ftr" idx="9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 type="sldNum" idx="91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957732A2-228B-446F-8CB1-1834599E58C4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dt" idx="9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360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61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64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5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368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369" name="PlaceHolder 4"/>
          <p:cNvSpPr>
            <a:spLocks noGrp="1"/>
          </p:cNvSpPr>
          <p:nvPr>
            <p:ph type="ftr" idx="9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PlaceHolder 5"/>
          <p:cNvSpPr>
            <a:spLocks noGrp="1"/>
          </p:cNvSpPr>
          <p:nvPr>
            <p:ph type="sldNum" idx="94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946D5D8B-2D15-42CF-8257-0A670369F58A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PlaceHolder 6"/>
          <p:cNvSpPr>
            <a:spLocks noGrp="1"/>
          </p:cNvSpPr>
          <p:nvPr>
            <p:ph type="dt" idx="9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77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8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379" name="PlaceHolder 1"/>
          <p:cNvSpPr>
            <a:spLocks noGrp="1"/>
          </p:cNvSpPr>
          <p:nvPr>
            <p:ph type="ftr" idx="9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sldNum" idx="97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F91849C4-AA82-42B1-B35B-74F115F63365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dt" idx="9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382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8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8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89" name="PlaceHolder 2"/>
          <p:cNvSpPr>
            <a:spLocks noGrp="1"/>
          </p:cNvSpPr>
          <p:nvPr>
            <p:ph type="ftr" idx="9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100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9218FB96-4838-4D13-9510-14DFE1ADC3BE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PlaceHolder 4"/>
          <p:cNvSpPr>
            <a:spLocks noGrp="1"/>
          </p:cNvSpPr>
          <p:nvPr>
            <p:ph type="dt" idx="10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92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9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398" name="PlaceHolder 1"/>
          <p:cNvSpPr>
            <a:spLocks noGrp="1"/>
          </p:cNvSpPr>
          <p:nvPr>
            <p:ph type="ftr" idx="10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 type="sldNum" idx="103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B9BD7FB7-A8DD-4237-83AA-C0CFD7A93A1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dt" idx="10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01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02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405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6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407" name="PlaceHolder 1"/>
          <p:cNvSpPr>
            <a:spLocks noGrp="1"/>
          </p:cNvSpPr>
          <p:nvPr>
            <p:ph type="ftr" idx="10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sldNum" idx="106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2B13AFAD-08AC-47BA-8293-CBE9A12AEA63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dt" idx="10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10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11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414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5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416" name="PlaceHolder 1"/>
          <p:cNvSpPr>
            <a:spLocks noGrp="1"/>
          </p:cNvSpPr>
          <p:nvPr>
            <p:ph type="ftr" idx="10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 type="sldNum" idx="109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8088C54-DBF3-4380-809B-8921D91D94C1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dt" idx="11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19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20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2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3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24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25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27" name="PlaceHolder 2"/>
          <p:cNvSpPr>
            <a:spLocks noGrp="1"/>
          </p:cNvSpPr>
          <p:nvPr>
            <p:ph type="ftr" idx="11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dt" idx="11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29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3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35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36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1"/>
          <p:cNvSpPr>
            <a:spLocks noGrp="1"/>
          </p:cNvSpPr>
          <p:nvPr>
            <p:ph type="ftr" idx="11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 type="dt" idx="11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39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40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2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3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44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445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1"/>
          <p:cNvSpPr>
            <a:spLocks noGrp="1"/>
          </p:cNvSpPr>
          <p:nvPr>
            <p:ph type="ftr" idx="11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 type="dt" idx="11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48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49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7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8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59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560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563" name="PlaceHolder 3"/>
          <p:cNvSpPr>
            <a:spLocks noGrp="1"/>
          </p:cNvSpPr>
          <p:nvPr>
            <p:ph type="ftr" idx="14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PlaceHolder 4"/>
          <p:cNvSpPr>
            <a:spLocks noGrp="1"/>
          </p:cNvSpPr>
          <p:nvPr>
            <p:ph type="dt" idx="14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8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9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70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571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PlaceHolder 1"/>
          <p:cNvSpPr>
            <a:spLocks noGrp="1"/>
          </p:cNvSpPr>
          <p:nvPr>
            <p:ph type="ftr" idx="14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 type="dt" idx="14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574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75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7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8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79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580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583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584" name="PlaceHolder 4"/>
          <p:cNvSpPr>
            <a:spLocks noGrp="1"/>
          </p:cNvSpPr>
          <p:nvPr>
            <p:ph type="ftr" idx="14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PlaceHolder 5"/>
          <p:cNvSpPr>
            <a:spLocks noGrp="1"/>
          </p:cNvSpPr>
          <p:nvPr>
            <p:ph type="dt" idx="14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0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1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92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593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PlaceHolder 1"/>
          <p:cNvSpPr>
            <a:spLocks noGrp="1"/>
          </p:cNvSpPr>
          <p:nvPr>
            <p:ph type="ftr" idx="14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PlaceHolder 2"/>
          <p:cNvSpPr>
            <a:spLocks noGrp="1"/>
          </p:cNvSpPr>
          <p:nvPr>
            <p:ph type="dt" idx="15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596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97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9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0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01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602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04" name="PlaceHolder 2"/>
          <p:cNvSpPr>
            <a:spLocks noGrp="1"/>
          </p:cNvSpPr>
          <p:nvPr>
            <p:ph type="ftr" idx="15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 type="dt" idx="15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06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9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0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11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612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PlaceHolder 1"/>
          <p:cNvSpPr>
            <a:spLocks noGrp="1"/>
          </p:cNvSpPr>
          <p:nvPr>
            <p:ph type="ftr" idx="15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PlaceHolder 2"/>
          <p:cNvSpPr>
            <a:spLocks noGrp="1"/>
          </p:cNvSpPr>
          <p:nvPr>
            <p:ph type="dt" idx="15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15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16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8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9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20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621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1"/>
          <p:cNvSpPr>
            <a:spLocks noGrp="1"/>
          </p:cNvSpPr>
          <p:nvPr>
            <p:ph type="ftr" idx="15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PlaceHolder 2"/>
          <p:cNvSpPr>
            <a:spLocks noGrp="1"/>
          </p:cNvSpPr>
          <p:nvPr>
            <p:ph type="dt" idx="15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24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25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0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7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8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29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630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1"/>
          <p:cNvSpPr>
            <a:spLocks noGrp="1"/>
          </p:cNvSpPr>
          <p:nvPr>
            <p:ph type="ftr" idx="15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PlaceHolder 2"/>
          <p:cNvSpPr>
            <a:spLocks noGrp="1"/>
          </p:cNvSpPr>
          <p:nvPr>
            <p:ph type="dt" idx="15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33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34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6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7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38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639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41" name="PlaceHolder 2"/>
          <p:cNvSpPr>
            <a:spLocks noGrp="1"/>
          </p:cNvSpPr>
          <p:nvPr>
            <p:ph type="ftr" idx="15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dt" idx="16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43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7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8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49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650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1"/>
          <p:cNvSpPr>
            <a:spLocks noGrp="1"/>
          </p:cNvSpPr>
          <p:nvPr>
            <p:ph type="ftr" idx="16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PlaceHolder 2"/>
          <p:cNvSpPr>
            <a:spLocks noGrp="1"/>
          </p:cNvSpPr>
          <p:nvPr>
            <p:ph type="dt" idx="16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53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54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6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7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58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659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PlaceHolder 1"/>
          <p:cNvSpPr>
            <a:spLocks noGrp="1"/>
          </p:cNvSpPr>
          <p:nvPr>
            <p:ph type="ftr" idx="16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 type="dt" idx="16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62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63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5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6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67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668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70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671" name="PlaceHolder 3"/>
          <p:cNvSpPr>
            <a:spLocks noGrp="1"/>
          </p:cNvSpPr>
          <p:nvPr>
            <p:ph type="ftr" idx="16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PlaceHolder 4"/>
          <p:cNvSpPr>
            <a:spLocks noGrp="1"/>
          </p:cNvSpPr>
          <p:nvPr>
            <p:ph type="dt" idx="16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6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7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78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679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PlaceHolder 1"/>
          <p:cNvSpPr>
            <a:spLocks noGrp="1"/>
          </p:cNvSpPr>
          <p:nvPr>
            <p:ph type="ftr" idx="16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PlaceHolder 2"/>
          <p:cNvSpPr>
            <a:spLocks noGrp="1"/>
          </p:cNvSpPr>
          <p:nvPr>
            <p:ph type="dt" idx="16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682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83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5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6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87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688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90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691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692" name="PlaceHolder 4"/>
          <p:cNvSpPr>
            <a:spLocks noGrp="1"/>
          </p:cNvSpPr>
          <p:nvPr>
            <p:ph type="ftr" idx="16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PlaceHolder 5"/>
          <p:cNvSpPr>
            <a:spLocks noGrp="1"/>
          </p:cNvSpPr>
          <p:nvPr>
            <p:ph type="dt" idx="17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8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9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00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01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PlaceHolder 1"/>
          <p:cNvSpPr>
            <a:spLocks noGrp="1"/>
          </p:cNvSpPr>
          <p:nvPr>
            <p:ph type="ftr" idx="17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PlaceHolder 2"/>
          <p:cNvSpPr>
            <a:spLocks noGrp="1"/>
          </p:cNvSpPr>
          <p:nvPr>
            <p:ph type="dt" idx="17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704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05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7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8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09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10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12" name="PlaceHolder 2"/>
          <p:cNvSpPr>
            <a:spLocks noGrp="1"/>
          </p:cNvSpPr>
          <p:nvPr>
            <p:ph type="ftr" idx="17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dt" idx="17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14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7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8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19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20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PlaceHolder 1"/>
          <p:cNvSpPr>
            <a:spLocks noGrp="1"/>
          </p:cNvSpPr>
          <p:nvPr>
            <p:ph type="ftr" idx="17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PlaceHolder 2"/>
          <p:cNvSpPr>
            <a:spLocks noGrp="1"/>
          </p:cNvSpPr>
          <p:nvPr>
            <p:ph type="dt" idx="17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23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24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6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7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28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29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PlaceHolder 1"/>
          <p:cNvSpPr>
            <a:spLocks noGrp="1"/>
          </p:cNvSpPr>
          <p:nvPr>
            <p:ph type="ftr" idx="17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PlaceHolder 2"/>
          <p:cNvSpPr>
            <a:spLocks noGrp="1"/>
          </p:cNvSpPr>
          <p:nvPr>
            <p:ph type="dt" idx="17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32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33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4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5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6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37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38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PlaceHolder 1"/>
          <p:cNvSpPr>
            <a:spLocks noGrp="1"/>
          </p:cNvSpPr>
          <p:nvPr>
            <p:ph type="ftr" idx="17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PlaceHolder 2"/>
          <p:cNvSpPr>
            <a:spLocks noGrp="1"/>
          </p:cNvSpPr>
          <p:nvPr>
            <p:ph type="dt" idx="18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41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42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3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4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5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46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47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49" name="PlaceHolder 2"/>
          <p:cNvSpPr>
            <a:spLocks noGrp="1"/>
          </p:cNvSpPr>
          <p:nvPr>
            <p:ph type="ftr" idx="18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PlaceHolder 3"/>
          <p:cNvSpPr>
            <a:spLocks noGrp="1"/>
          </p:cNvSpPr>
          <p:nvPr>
            <p:ph type="dt" idx="18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51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5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6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57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58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PlaceHolder 1"/>
          <p:cNvSpPr>
            <a:spLocks noGrp="1"/>
          </p:cNvSpPr>
          <p:nvPr>
            <p:ph type="ftr" idx="18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PlaceHolder 2"/>
          <p:cNvSpPr>
            <a:spLocks noGrp="1"/>
          </p:cNvSpPr>
          <p:nvPr>
            <p:ph type="dt" idx="18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61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62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4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5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66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67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PlaceHolder 1"/>
          <p:cNvSpPr>
            <a:spLocks noGrp="1"/>
          </p:cNvSpPr>
          <p:nvPr>
            <p:ph type="ftr" idx="18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PlaceHolder 2"/>
          <p:cNvSpPr>
            <a:spLocks noGrp="1"/>
          </p:cNvSpPr>
          <p:nvPr>
            <p:ph type="dt" idx="18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70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71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3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4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75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76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78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779" name="PlaceHolder 3"/>
          <p:cNvSpPr>
            <a:spLocks noGrp="1"/>
          </p:cNvSpPr>
          <p:nvPr>
            <p:ph type="ftr" idx="18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PlaceHolder 4"/>
          <p:cNvSpPr>
            <a:spLocks noGrp="1"/>
          </p:cNvSpPr>
          <p:nvPr>
            <p:ph type="dt" idx="18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4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5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86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87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1"/>
          <p:cNvSpPr>
            <a:spLocks noGrp="1"/>
          </p:cNvSpPr>
          <p:nvPr>
            <p:ph type="ftr" idx="18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PlaceHolder 2"/>
          <p:cNvSpPr>
            <a:spLocks noGrp="1"/>
          </p:cNvSpPr>
          <p:nvPr>
            <p:ph type="dt" idx="19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790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91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3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4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95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796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98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799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800" name="PlaceHolder 4"/>
          <p:cNvSpPr>
            <a:spLocks noGrp="1"/>
          </p:cNvSpPr>
          <p:nvPr>
            <p:ph type="ftr" idx="19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PlaceHolder 5"/>
          <p:cNvSpPr>
            <a:spLocks noGrp="1"/>
          </p:cNvSpPr>
          <p:nvPr>
            <p:ph type="dt" idx="19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6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7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8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809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PlaceHolder 1"/>
          <p:cNvSpPr>
            <a:spLocks noGrp="1"/>
          </p:cNvSpPr>
          <p:nvPr>
            <p:ph type="ftr" idx="19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PlaceHolder 2"/>
          <p:cNvSpPr>
            <a:spLocks noGrp="1"/>
          </p:cNvSpPr>
          <p:nvPr>
            <p:ph type="dt" idx="19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812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13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5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6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7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818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20" name="PlaceHolder 2"/>
          <p:cNvSpPr>
            <a:spLocks noGrp="1"/>
          </p:cNvSpPr>
          <p:nvPr>
            <p:ph type="ftr" idx="19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PlaceHolder 3"/>
          <p:cNvSpPr>
            <a:spLocks noGrp="1"/>
          </p:cNvSpPr>
          <p:nvPr>
            <p:ph type="dt" idx="19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22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5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6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7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828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PlaceHolder 1"/>
          <p:cNvSpPr>
            <a:spLocks noGrp="1"/>
          </p:cNvSpPr>
          <p:nvPr>
            <p:ph type="ftr" idx="19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PlaceHolder 2"/>
          <p:cNvSpPr>
            <a:spLocks noGrp="1"/>
          </p:cNvSpPr>
          <p:nvPr>
            <p:ph type="dt" idx="19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31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32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3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4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5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6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837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PlaceHolder 1"/>
          <p:cNvSpPr>
            <a:spLocks noGrp="1"/>
          </p:cNvSpPr>
          <p:nvPr>
            <p:ph type="ftr" idx="19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PlaceHolder 2"/>
          <p:cNvSpPr>
            <a:spLocks noGrp="1"/>
          </p:cNvSpPr>
          <p:nvPr>
            <p:ph type="dt" idx="20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840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41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Picture 4"/>
          <p:cNvPicPr/>
          <p:nvPr/>
        </p:nvPicPr>
        <p:blipFill>
          <a:blip r:embed="rId3"/>
          <a:stretch/>
        </p:blipFill>
        <p:spPr>
          <a:xfrm>
            <a:off x="8771040" y="0"/>
            <a:ext cx="4188240" cy="68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3" name="Picture 5"/>
          <p:cNvPicPr/>
          <p:nvPr/>
        </p:nvPicPr>
        <p:blipFill>
          <a:blip r:embed="rId4"/>
          <a:stretch/>
        </p:blipFill>
        <p:spPr>
          <a:xfrm>
            <a:off x="853920" y="328680"/>
            <a:ext cx="1861200" cy="81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4" name="Rectangle 6"/>
          <p:cNvSpPr/>
          <p:nvPr/>
        </p:nvSpPr>
        <p:spPr>
          <a:xfrm rot="16200000">
            <a:off x="11760840" y="932040"/>
            <a:ext cx="6894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5" name="AutoShape 7"/>
          <p:cNvCxnSpPr/>
          <p:nvPr/>
        </p:nvCxnSpPr>
        <p:spPr>
          <a:xfrm>
            <a:off x="12128400" y="1404720"/>
            <a:ext cx="2520" cy="2304720"/>
          </a:xfrm>
          <a:prstGeom prst="straightConnector1">
            <a:avLst/>
          </a:prstGeom>
          <a:ln w="25560">
            <a:solidFill>
              <a:srgbClr val="FFFFFF"/>
            </a:solidFill>
            <a:miter/>
          </a:ln>
        </p:spPr>
      </p:cxnSp>
      <p:sp>
        <p:nvSpPr>
          <p:cNvPr id="846" name="Rectangle 8"/>
          <p:cNvSpPr/>
          <p:nvPr/>
        </p:nvSpPr>
        <p:spPr>
          <a:xfrm rot="16200000">
            <a:off x="11575080" y="5591520"/>
            <a:ext cx="109584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РАНХиГС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PlaceHolder 1"/>
          <p:cNvSpPr>
            <a:spLocks noGrp="1"/>
          </p:cNvSpPr>
          <p:nvPr>
            <p:ph type="ftr" idx="20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PlaceHolder 2"/>
          <p:cNvSpPr>
            <a:spLocks noGrp="1"/>
          </p:cNvSpPr>
          <p:nvPr>
            <p:ph type="dt" idx="20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849" name="PlaceHolder 3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50" name="PlaceHolder 4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85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5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855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56" name="PlaceHolder 2"/>
          <p:cNvSpPr>
            <a:spLocks noGrp="1"/>
          </p:cNvSpPr>
          <p:nvPr>
            <p:ph type="sldNum" idx="203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C01EA824-8567-4299-B899-7264B1476FD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86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864" name="PlaceHolder 1"/>
          <p:cNvSpPr>
            <a:spLocks noGrp="1"/>
          </p:cNvSpPr>
          <p:nvPr>
            <p:ph type="sldNum" idx="204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FB29A4D6-C0E9-4FCD-8F0F-81C3AA137A9C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66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86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7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871" name="PlaceHolder 1"/>
          <p:cNvSpPr>
            <a:spLocks noGrp="1"/>
          </p:cNvSpPr>
          <p:nvPr>
            <p:ph type="sldNum" idx="205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DA5E1F9E-2266-4D77-8CFF-2080EA53CF19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73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87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7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878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79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880" name="PlaceHolder 3"/>
          <p:cNvSpPr>
            <a:spLocks noGrp="1"/>
          </p:cNvSpPr>
          <p:nvPr>
            <p:ph type="sldNum" idx="206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D6A65BD0-3034-43AD-A6EA-D80D7619134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3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4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885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6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887" name="PlaceHolder 1"/>
          <p:cNvSpPr>
            <a:spLocks noGrp="1"/>
          </p:cNvSpPr>
          <p:nvPr>
            <p:ph type="sldNum" idx="207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0D3D5F8C-BF50-423B-B4B9-CD8ECA666651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89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89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9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894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95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896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897" name="PlaceHolder 4"/>
          <p:cNvSpPr>
            <a:spLocks noGrp="1"/>
          </p:cNvSpPr>
          <p:nvPr>
            <p:ph type="sldNum" idx="208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D719FCD7-270D-4F11-9DA0-617F8A2983A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0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05" name="PlaceHolder 1"/>
          <p:cNvSpPr>
            <a:spLocks noGrp="1"/>
          </p:cNvSpPr>
          <p:nvPr>
            <p:ph type="sldNum" idx="209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AA6998DE-9387-4947-8D81-52CDAA06D32E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07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1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12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13" name="PlaceHolder 2"/>
          <p:cNvSpPr>
            <a:spLocks noGrp="1"/>
          </p:cNvSpPr>
          <p:nvPr>
            <p:ph type="sldNum" idx="210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2C8E0521-3A64-4564-A363-F892EC24302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1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20" name="PlaceHolder 1"/>
          <p:cNvSpPr>
            <a:spLocks noGrp="1"/>
          </p:cNvSpPr>
          <p:nvPr>
            <p:ph type="sldNum" idx="211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5692158-13C9-4F8B-B481-CC93946B85A1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22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3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4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25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26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27" name="PlaceHolder 1"/>
          <p:cNvSpPr>
            <a:spLocks noGrp="1"/>
          </p:cNvSpPr>
          <p:nvPr>
            <p:ph type="sldNum" idx="212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E7061B6B-ACBF-4BE0-9907-9C8F9596B83E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29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3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3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34" name="PlaceHolder 1"/>
          <p:cNvSpPr>
            <a:spLocks noGrp="1"/>
          </p:cNvSpPr>
          <p:nvPr>
            <p:ph type="sldNum" idx="213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939CDE11-122D-4C29-A3F3-F38B666B6A8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PlaceHolder 2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36" name="PlaceHolder 3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3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4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41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42" name="PlaceHolder 2"/>
          <p:cNvSpPr>
            <a:spLocks noGrp="1"/>
          </p:cNvSpPr>
          <p:nvPr>
            <p:ph type="ftr" idx="21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PlaceHolder 3"/>
          <p:cNvSpPr>
            <a:spLocks noGrp="1"/>
          </p:cNvSpPr>
          <p:nvPr>
            <p:ph type="sldNum" idx="215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ED6C2DFF-28B5-426B-892A-7400CDEA7294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PlaceHolder 4"/>
          <p:cNvSpPr>
            <a:spLocks noGrp="1"/>
          </p:cNvSpPr>
          <p:nvPr>
            <p:ph type="dt" idx="21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94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5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5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52" name="PlaceHolder 1"/>
          <p:cNvSpPr>
            <a:spLocks noGrp="1"/>
          </p:cNvSpPr>
          <p:nvPr>
            <p:ph type="ftr" idx="21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PlaceHolder 2"/>
          <p:cNvSpPr>
            <a:spLocks noGrp="1"/>
          </p:cNvSpPr>
          <p:nvPr>
            <p:ph type="sldNum" idx="218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F0777374-4CFF-4DBB-955A-1650C35A88E2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PlaceHolder 3"/>
          <p:cNvSpPr>
            <a:spLocks noGrp="1"/>
          </p:cNvSpPr>
          <p:nvPr>
            <p:ph type="dt" idx="21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955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5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5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6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61" name="PlaceHolder 1"/>
          <p:cNvSpPr>
            <a:spLocks noGrp="1"/>
          </p:cNvSpPr>
          <p:nvPr>
            <p:ph type="ftr" idx="22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PlaceHolder 2"/>
          <p:cNvSpPr>
            <a:spLocks noGrp="1"/>
          </p:cNvSpPr>
          <p:nvPr>
            <p:ph type="sldNum" idx="221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7BC90F95-9BFC-44F2-A720-B37572804B4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PlaceHolder 3"/>
          <p:cNvSpPr>
            <a:spLocks noGrp="1"/>
          </p:cNvSpPr>
          <p:nvPr>
            <p:ph type="dt" idx="22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96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6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6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6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70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71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972" name="PlaceHolder 3"/>
          <p:cNvSpPr>
            <a:spLocks noGrp="1"/>
          </p:cNvSpPr>
          <p:nvPr>
            <p:ph type="ftr" idx="22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PlaceHolder 4"/>
          <p:cNvSpPr>
            <a:spLocks noGrp="1"/>
          </p:cNvSpPr>
          <p:nvPr>
            <p:ph type="sldNum" idx="224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9572410-F1E3-4C95-A3E8-2F7758942844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PlaceHolder 5"/>
          <p:cNvSpPr>
            <a:spLocks noGrp="1"/>
          </p:cNvSpPr>
          <p:nvPr>
            <p:ph type="dt" idx="22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7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8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81" name="PlaceHolder 1"/>
          <p:cNvSpPr>
            <a:spLocks noGrp="1"/>
          </p:cNvSpPr>
          <p:nvPr>
            <p:ph type="ftr" idx="22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PlaceHolder 2"/>
          <p:cNvSpPr>
            <a:spLocks noGrp="1"/>
          </p:cNvSpPr>
          <p:nvPr>
            <p:ph type="sldNum" idx="227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14CF6538-E755-4D74-848F-601E0EBB01B1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PlaceHolder 3"/>
          <p:cNvSpPr>
            <a:spLocks noGrp="1"/>
          </p:cNvSpPr>
          <p:nvPr>
            <p:ph type="dt" idx="22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98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8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98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8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990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91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992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993" name="PlaceHolder 4"/>
          <p:cNvSpPr>
            <a:spLocks noGrp="1"/>
          </p:cNvSpPr>
          <p:nvPr>
            <p:ph type="ftr" idx="22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PlaceHolder 5"/>
          <p:cNvSpPr>
            <a:spLocks noGrp="1"/>
          </p:cNvSpPr>
          <p:nvPr>
            <p:ph type="sldNum" idx="230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B34D926-A302-4AEE-9915-FE05AF91D071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PlaceHolder 6"/>
          <p:cNvSpPr>
            <a:spLocks noGrp="1"/>
          </p:cNvSpPr>
          <p:nvPr>
            <p:ph type="dt" idx="23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0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01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02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03" name="PlaceHolder 1"/>
          <p:cNvSpPr>
            <a:spLocks noGrp="1"/>
          </p:cNvSpPr>
          <p:nvPr>
            <p:ph type="ftr" idx="23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PlaceHolder 2"/>
          <p:cNvSpPr>
            <a:spLocks noGrp="1"/>
          </p:cNvSpPr>
          <p:nvPr>
            <p:ph type="sldNum" idx="233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72FFAADB-4F15-45B2-B9E4-EF40FA8F0DA3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PlaceHolder 3"/>
          <p:cNvSpPr>
            <a:spLocks noGrp="1"/>
          </p:cNvSpPr>
          <p:nvPr>
            <p:ph type="dt" idx="23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006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07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1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1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12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13" name="PlaceHolder 2"/>
          <p:cNvSpPr>
            <a:spLocks noGrp="1"/>
          </p:cNvSpPr>
          <p:nvPr>
            <p:ph type="ftr" idx="23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PlaceHolder 3"/>
          <p:cNvSpPr>
            <a:spLocks noGrp="1"/>
          </p:cNvSpPr>
          <p:nvPr>
            <p:ph type="sldNum" idx="236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683F6830-5166-4D8B-9416-AC02E06E3D17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PlaceHolder 4"/>
          <p:cNvSpPr>
            <a:spLocks noGrp="1"/>
          </p:cNvSpPr>
          <p:nvPr>
            <p:ph type="dt" idx="23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01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2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2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22" name="PlaceHolder 1"/>
          <p:cNvSpPr>
            <a:spLocks noGrp="1"/>
          </p:cNvSpPr>
          <p:nvPr>
            <p:ph type="ftr" idx="23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PlaceHolder 2"/>
          <p:cNvSpPr>
            <a:spLocks noGrp="1"/>
          </p:cNvSpPr>
          <p:nvPr>
            <p:ph type="sldNum" idx="239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B09B6A29-6B69-4D6B-83FE-56DE81FA2C2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PlaceHolder 3"/>
          <p:cNvSpPr>
            <a:spLocks noGrp="1"/>
          </p:cNvSpPr>
          <p:nvPr>
            <p:ph type="dt" idx="24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025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2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2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31" name="PlaceHolder 1"/>
          <p:cNvSpPr>
            <a:spLocks noGrp="1"/>
          </p:cNvSpPr>
          <p:nvPr>
            <p:ph type="ftr" idx="24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PlaceHolder 2"/>
          <p:cNvSpPr>
            <a:spLocks noGrp="1"/>
          </p:cNvSpPr>
          <p:nvPr>
            <p:ph type="sldNum" idx="242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96C1573C-3309-4174-A512-4232F7EC0E4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PlaceHolder 3"/>
          <p:cNvSpPr>
            <a:spLocks noGrp="1"/>
          </p:cNvSpPr>
          <p:nvPr>
            <p:ph type="dt" idx="243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03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3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3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40" name="PlaceHolder 1"/>
          <p:cNvSpPr>
            <a:spLocks noGrp="1"/>
          </p:cNvSpPr>
          <p:nvPr>
            <p:ph type="ftr" idx="24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PlaceHolder 2"/>
          <p:cNvSpPr>
            <a:spLocks noGrp="1"/>
          </p:cNvSpPr>
          <p:nvPr>
            <p:ph type="sldNum" idx="245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12037CC-4FB9-4523-9B95-9951BB47E72A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PlaceHolder 3"/>
          <p:cNvSpPr>
            <a:spLocks noGrp="1"/>
          </p:cNvSpPr>
          <p:nvPr>
            <p:ph type="dt" idx="24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043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4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5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6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47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48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49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50" name="PlaceHolder 2"/>
          <p:cNvSpPr>
            <a:spLocks noGrp="1"/>
          </p:cNvSpPr>
          <p:nvPr>
            <p:ph type="ftr" idx="24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PlaceHolder 3"/>
          <p:cNvSpPr>
            <a:spLocks noGrp="1"/>
          </p:cNvSpPr>
          <p:nvPr>
            <p:ph type="sldNum" idx="248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626FC461-F4E6-46F2-BE93-6943AF72A35B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PlaceHolder 4"/>
          <p:cNvSpPr>
            <a:spLocks noGrp="1"/>
          </p:cNvSpPr>
          <p:nvPr>
            <p:ph type="dt" idx="24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05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5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5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60" name="PlaceHolder 1"/>
          <p:cNvSpPr>
            <a:spLocks noGrp="1"/>
          </p:cNvSpPr>
          <p:nvPr>
            <p:ph type="ftr" idx="25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PlaceHolder 2"/>
          <p:cNvSpPr>
            <a:spLocks noGrp="1"/>
          </p:cNvSpPr>
          <p:nvPr>
            <p:ph type="sldNum" idx="251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4C8E5B64-01E9-43DB-8695-491533F39B0D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PlaceHolder 3"/>
          <p:cNvSpPr>
            <a:spLocks noGrp="1"/>
          </p:cNvSpPr>
          <p:nvPr>
            <p:ph type="dt" idx="25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063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6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5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6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67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68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69" name="PlaceHolder 1"/>
          <p:cNvSpPr>
            <a:spLocks noGrp="1"/>
          </p:cNvSpPr>
          <p:nvPr>
            <p:ph type="ftr" idx="25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PlaceHolder 2"/>
          <p:cNvSpPr>
            <a:spLocks noGrp="1"/>
          </p:cNvSpPr>
          <p:nvPr>
            <p:ph type="sldNum" idx="254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E7DB69EF-63F6-4AEF-9AF5-0FD0E9D8D6FD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PlaceHolder 3"/>
          <p:cNvSpPr>
            <a:spLocks noGrp="1"/>
          </p:cNvSpPr>
          <p:nvPr>
            <p:ph type="dt" idx="25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072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7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7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7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78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79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080" name="PlaceHolder 3"/>
          <p:cNvSpPr>
            <a:spLocks noGrp="1"/>
          </p:cNvSpPr>
          <p:nvPr>
            <p:ph type="ftr" idx="25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PlaceHolder 4"/>
          <p:cNvSpPr>
            <a:spLocks noGrp="1"/>
          </p:cNvSpPr>
          <p:nvPr>
            <p:ph type="sldNum" idx="257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6C3B1226-D8EF-41E9-A69D-DFE389535EDD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PlaceHolder 5"/>
          <p:cNvSpPr>
            <a:spLocks noGrp="1"/>
          </p:cNvSpPr>
          <p:nvPr>
            <p:ph type="dt" idx="25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6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87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8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89" name="PlaceHolder 1"/>
          <p:cNvSpPr>
            <a:spLocks noGrp="1"/>
          </p:cNvSpPr>
          <p:nvPr>
            <p:ph type="ftr" idx="25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PlaceHolder 2"/>
          <p:cNvSpPr>
            <a:spLocks noGrp="1"/>
          </p:cNvSpPr>
          <p:nvPr>
            <p:ph type="sldNum" idx="260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8B4105C-A5A8-46CD-84EE-3766B24C05FB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PlaceHolder 3"/>
          <p:cNvSpPr>
            <a:spLocks noGrp="1"/>
          </p:cNvSpPr>
          <p:nvPr>
            <p:ph type="dt" idx="26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092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9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09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9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098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99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100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101" name="PlaceHolder 4"/>
          <p:cNvSpPr>
            <a:spLocks noGrp="1"/>
          </p:cNvSpPr>
          <p:nvPr>
            <p:ph type="ftr" idx="26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PlaceHolder 5"/>
          <p:cNvSpPr>
            <a:spLocks noGrp="1"/>
          </p:cNvSpPr>
          <p:nvPr>
            <p:ph type="sldNum" idx="263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E41472E8-4792-476E-9284-8DD0C03947FA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PlaceHolder 6"/>
          <p:cNvSpPr>
            <a:spLocks noGrp="1"/>
          </p:cNvSpPr>
          <p:nvPr>
            <p:ph type="dt" idx="26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0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111" name="PlaceHolder 1"/>
          <p:cNvSpPr>
            <a:spLocks noGrp="1"/>
          </p:cNvSpPr>
          <p:nvPr>
            <p:ph type="ftr" idx="26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PlaceHolder 2"/>
          <p:cNvSpPr>
            <a:spLocks noGrp="1"/>
          </p:cNvSpPr>
          <p:nvPr>
            <p:ph type="sldNum" idx="266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864101D7-6908-440A-85EE-17D8E999191C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PlaceHolder 3"/>
          <p:cNvSpPr>
            <a:spLocks noGrp="1"/>
          </p:cNvSpPr>
          <p:nvPr>
            <p:ph type="dt" idx="26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11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1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1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120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21" name="PlaceHolder 2"/>
          <p:cNvSpPr>
            <a:spLocks noGrp="1"/>
          </p:cNvSpPr>
          <p:nvPr>
            <p:ph type="ftr" idx="26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PlaceHolder 3"/>
          <p:cNvSpPr>
            <a:spLocks noGrp="1"/>
          </p:cNvSpPr>
          <p:nvPr>
            <p:ph type="sldNum" idx="269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E570C7CC-81BA-4611-BF9D-D294CC7B45BE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PlaceHolder 4"/>
          <p:cNvSpPr>
            <a:spLocks noGrp="1"/>
          </p:cNvSpPr>
          <p:nvPr>
            <p:ph type="dt" idx="27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12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2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2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130" name="PlaceHolder 1"/>
          <p:cNvSpPr>
            <a:spLocks noGrp="1"/>
          </p:cNvSpPr>
          <p:nvPr>
            <p:ph type="ftr" idx="27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PlaceHolder 2"/>
          <p:cNvSpPr>
            <a:spLocks noGrp="1"/>
          </p:cNvSpPr>
          <p:nvPr>
            <p:ph type="sldNum" idx="272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B23A502B-FF80-46C2-BB53-BDBA05E161DA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PlaceHolder 3"/>
          <p:cNvSpPr>
            <a:spLocks noGrp="1"/>
          </p:cNvSpPr>
          <p:nvPr>
            <p:ph type="dt" idx="273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133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3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5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6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37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38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139" name="PlaceHolder 1"/>
          <p:cNvSpPr>
            <a:spLocks noGrp="1"/>
          </p:cNvSpPr>
          <p:nvPr>
            <p:ph type="ftr" idx="27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PlaceHolder 2"/>
          <p:cNvSpPr>
            <a:spLocks noGrp="1"/>
          </p:cNvSpPr>
          <p:nvPr>
            <p:ph type="sldNum" idx="275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AFC21DB8-6E1E-444C-92C1-E44467777D5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PlaceHolder 3"/>
          <p:cNvSpPr>
            <a:spLocks noGrp="1"/>
          </p:cNvSpPr>
          <p:nvPr>
            <p:ph type="dt" idx="27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142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4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4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4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148" name="PlaceHolder 1"/>
          <p:cNvSpPr>
            <a:spLocks noGrp="1"/>
          </p:cNvSpPr>
          <p:nvPr>
            <p:ph type="ftr" idx="27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PlaceHolder 2"/>
          <p:cNvSpPr>
            <a:spLocks noGrp="1"/>
          </p:cNvSpPr>
          <p:nvPr>
            <p:ph type="sldNum" idx="278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41531C0-C400-460D-8BD4-048CDA7CFB92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PlaceHolder 3"/>
          <p:cNvSpPr>
            <a:spLocks noGrp="1"/>
          </p:cNvSpPr>
          <p:nvPr>
            <p:ph type="dt" idx="27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151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52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54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155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6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57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158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59" name="PlaceHolder 2"/>
          <p:cNvSpPr>
            <a:spLocks noGrp="1"/>
          </p:cNvSpPr>
          <p:nvPr>
            <p:ph type="ftr" idx="28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PlaceHolder 3"/>
          <p:cNvSpPr>
            <a:spLocks noGrp="1"/>
          </p:cNvSpPr>
          <p:nvPr>
            <p:ph type="sldNum" idx="281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7248967-76B3-445C-91F5-DDD02532C0B6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PlaceHolder 4"/>
          <p:cNvSpPr>
            <a:spLocks noGrp="1"/>
          </p:cNvSpPr>
          <p:nvPr>
            <p:ph type="dt" idx="28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162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66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167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8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69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170" name="PlaceHolder 1"/>
          <p:cNvSpPr>
            <a:spLocks noGrp="1"/>
          </p:cNvSpPr>
          <p:nvPr>
            <p:ph type="ftr" idx="28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PlaceHolder 2"/>
          <p:cNvSpPr>
            <a:spLocks noGrp="1"/>
          </p:cNvSpPr>
          <p:nvPr>
            <p:ph type="sldNum" idx="284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A8E5C64F-2FB4-49B2-8244-C8A2F6B45599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PlaceHolder 3"/>
          <p:cNvSpPr>
            <a:spLocks noGrp="1"/>
          </p:cNvSpPr>
          <p:nvPr>
            <p:ph type="dt" idx="28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173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7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76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177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8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79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180" name="PlaceHolder 1"/>
          <p:cNvSpPr>
            <a:spLocks noGrp="1"/>
          </p:cNvSpPr>
          <p:nvPr>
            <p:ph type="ftr" idx="28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PlaceHolder 2"/>
          <p:cNvSpPr>
            <a:spLocks noGrp="1"/>
          </p:cNvSpPr>
          <p:nvPr>
            <p:ph type="sldNum" idx="287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22C26B88-043E-459F-8FBC-297B18FB0D6D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PlaceHolder 3"/>
          <p:cNvSpPr>
            <a:spLocks noGrp="1"/>
          </p:cNvSpPr>
          <p:nvPr>
            <p:ph type="dt" idx="28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183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8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86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187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8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89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190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91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192" name="PlaceHolder 3"/>
          <p:cNvSpPr>
            <a:spLocks noGrp="1"/>
          </p:cNvSpPr>
          <p:nvPr>
            <p:ph type="ftr" idx="28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PlaceHolder 4"/>
          <p:cNvSpPr>
            <a:spLocks noGrp="1"/>
          </p:cNvSpPr>
          <p:nvPr>
            <p:ph type="sldNum" idx="290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886054C7-7DEA-453D-8E4E-DE98A39C2086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PlaceHolder 5"/>
          <p:cNvSpPr>
            <a:spLocks noGrp="1"/>
          </p:cNvSpPr>
          <p:nvPr>
            <p:ph type="dt" idx="29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198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199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0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01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202" name="PlaceHolder 1"/>
          <p:cNvSpPr>
            <a:spLocks noGrp="1"/>
          </p:cNvSpPr>
          <p:nvPr>
            <p:ph type="ftr" idx="29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PlaceHolder 2"/>
          <p:cNvSpPr>
            <a:spLocks noGrp="1"/>
          </p:cNvSpPr>
          <p:nvPr>
            <p:ph type="sldNum" idx="293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DB164054-C8F6-4BA9-85F4-BB49FBF74B18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PlaceHolder 3"/>
          <p:cNvSpPr>
            <a:spLocks noGrp="1"/>
          </p:cNvSpPr>
          <p:nvPr>
            <p:ph type="dt" idx="29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205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0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08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209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0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11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212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13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214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215" name="PlaceHolder 4"/>
          <p:cNvSpPr>
            <a:spLocks noGrp="1"/>
          </p:cNvSpPr>
          <p:nvPr>
            <p:ph type="ftr" idx="29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PlaceHolder 5"/>
          <p:cNvSpPr>
            <a:spLocks noGrp="1"/>
          </p:cNvSpPr>
          <p:nvPr>
            <p:ph type="sldNum" idx="296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9B55484-248A-4589-8401-4C31D8FC3F31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PlaceHolder 6"/>
          <p:cNvSpPr>
            <a:spLocks noGrp="1"/>
          </p:cNvSpPr>
          <p:nvPr>
            <p:ph type="dt" idx="29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22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223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4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25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226" name="PlaceHolder 1"/>
          <p:cNvSpPr>
            <a:spLocks noGrp="1"/>
          </p:cNvSpPr>
          <p:nvPr>
            <p:ph type="ftr" idx="29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PlaceHolder 2"/>
          <p:cNvSpPr>
            <a:spLocks noGrp="1"/>
          </p:cNvSpPr>
          <p:nvPr>
            <p:ph type="sldNum" idx="299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43A31BE8-614D-46B1-A1ED-1D150859B281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PlaceHolder 3"/>
          <p:cNvSpPr>
            <a:spLocks noGrp="1"/>
          </p:cNvSpPr>
          <p:nvPr>
            <p:ph type="dt" idx="30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229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30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32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233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4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35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236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37" name="PlaceHolder 2"/>
          <p:cNvSpPr>
            <a:spLocks noGrp="1"/>
          </p:cNvSpPr>
          <p:nvPr>
            <p:ph type="ftr" idx="30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PlaceHolder 3"/>
          <p:cNvSpPr>
            <a:spLocks noGrp="1"/>
          </p:cNvSpPr>
          <p:nvPr>
            <p:ph type="sldNum" idx="302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150129F0-D25A-4243-BE93-D10F5E8617EE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PlaceHolder 4"/>
          <p:cNvSpPr>
            <a:spLocks noGrp="1"/>
          </p:cNvSpPr>
          <p:nvPr>
            <p:ph type="dt" idx="303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240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43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244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5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46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247" name="PlaceHolder 1"/>
          <p:cNvSpPr>
            <a:spLocks noGrp="1"/>
          </p:cNvSpPr>
          <p:nvPr>
            <p:ph type="ftr" idx="30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PlaceHolder 2"/>
          <p:cNvSpPr>
            <a:spLocks noGrp="1"/>
          </p:cNvSpPr>
          <p:nvPr>
            <p:ph type="sldNum" idx="305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FC7F6B5F-3856-4D0F-A89F-265BC018D777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PlaceHolder 3"/>
          <p:cNvSpPr>
            <a:spLocks noGrp="1"/>
          </p:cNvSpPr>
          <p:nvPr>
            <p:ph type="dt" idx="30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250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51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53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254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5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56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257" name="PlaceHolder 1"/>
          <p:cNvSpPr>
            <a:spLocks noGrp="1"/>
          </p:cNvSpPr>
          <p:nvPr>
            <p:ph type="ftr" idx="30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PlaceHolder 2"/>
          <p:cNvSpPr>
            <a:spLocks noGrp="1"/>
          </p:cNvSpPr>
          <p:nvPr>
            <p:ph type="sldNum" idx="308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BB8FC603-B49E-49CB-9D80-3735DF2A30F6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PlaceHolder 3"/>
          <p:cNvSpPr>
            <a:spLocks noGrp="1"/>
          </p:cNvSpPr>
          <p:nvPr>
            <p:ph type="dt" idx="30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260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61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Rectangle 1"/>
          <p:cNvSpPr/>
          <p:nvPr/>
        </p:nvSpPr>
        <p:spPr>
          <a:xfrm>
            <a:off x="0" y="0"/>
            <a:ext cx="12959280" cy="6839280"/>
          </a:xfrm>
          <a:prstGeom prst="rect">
            <a:avLst/>
          </a:prstGeom>
          <a:solidFill>
            <a:srgbClr val="A30236"/>
          </a:solidFill>
          <a:ln w="12600">
            <a:solidFill>
              <a:srgbClr val="78002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63" name="Rectangle 4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pic>
        <p:nvPicPr>
          <p:cNvPr id="1264" name="Picture 6"/>
          <p:cNvPicPr/>
          <p:nvPr/>
        </p:nvPicPr>
        <p:blipFill>
          <a:blip r:embed="rId3"/>
          <a:srcRect t="4827"/>
          <a:stretch/>
        </p:blipFill>
        <p:spPr>
          <a:xfrm>
            <a:off x="10683720" y="0"/>
            <a:ext cx="1950120" cy="97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5" name="Rectangle 7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66" name="AutoShape 8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FFFFFF"/>
            </a:solidFill>
            <a:miter/>
          </a:ln>
        </p:spPr>
      </p:cxnSp>
      <p:sp>
        <p:nvSpPr>
          <p:cNvPr id="1267" name="PlaceHolder 1"/>
          <p:cNvSpPr>
            <a:spLocks noGrp="1"/>
          </p:cNvSpPr>
          <p:nvPr>
            <p:ph type="ftr" idx="31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PlaceHolder 2"/>
          <p:cNvSpPr>
            <a:spLocks noGrp="1"/>
          </p:cNvSpPr>
          <p:nvPr>
            <p:ph type="sldNum" idx="311"/>
          </p:nvPr>
        </p:nvSpPr>
        <p:spPr>
          <a:xfrm>
            <a:off x="-33480" y="266760"/>
            <a:ext cx="93384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101121E3-BD23-47A7-B38A-C0FC87BD871A}" type="slidenum">
              <a:rPr lang="ru-RU" sz="1400" b="0" u="none" strike="noStrike">
                <a:solidFill>
                  <a:srgbClr val="BE003E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PlaceHolder 3"/>
          <p:cNvSpPr>
            <a:spLocks noGrp="1"/>
          </p:cNvSpPr>
          <p:nvPr>
            <p:ph type="dt" idx="31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270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71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2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3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74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75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276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1C6FBD78-1D3A-4762-AA70-4D14FC8FCBE7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78" name="PlaceHolder 2"/>
          <p:cNvSpPr>
            <a:spLocks noGrp="1"/>
          </p:cNvSpPr>
          <p:nvPr>
            <p:ph type="ftr" idx="31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PlaceHolder 3"/>
          <p:cNvSpPr>
            <a:spLocks noGrp="1"/>
          </p:cNvSpPr>
          <p:nvPr>
            <p:ph type="sldNum" idx="314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0919B2F9-5FDC-47E3-8266-A59297B165A2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PlaceHolder 4"/>
          <p:cNvSpPr>
            <a:spLocks noGrp="1"/>
          </p:cNvSpPr>
          <p:nvPr>
            <p:ph type="dt" idx="31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281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8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8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288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484A3E47-92A6-4283-B666-8FB8C42FB8FB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PlaceHolder 1"/>
          <p:cNvSpPr>
            <a:spLocks noGrp="1"/>
          </p:cNvSpPr>
          <p:nvPr>
            <p:ph type="ftr" idx="31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PlaceHolder 2"/>
          <p:cNvSpPr>
            <a:spLocks noGrp="1"/>
          </p:cNvSpPr>
          <p:nvPr>
            <p:ph type="sldNum" idx="317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3EB6414-7065-446F-91B8-2836F68FB2B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PlaceHolder 3"/>
          <p:cNvSpPr>
            <a:spLocks noGrp="1"/>
          </p:cNvSpPr>
          <p:nvPr>
            <p:ph type="dt" idx="31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292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9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29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9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298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7034FC01-C6C1-4781-B717-CEA277722102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9" name="PlaceHolder 1"/>
          <p:cNvSpPr>
            <a:spLocks noGrp="1"/>
          </p:cNvSpPr>
          <p:nvPr>
            <p:ph type="ftr" idx="31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PlaceHolder 2"/>
          <p:cNvSpPr>
            <a:spLocks noGrp="1"/>
          </p:cNvSpPr>
          <p:nvPr>
            <p:ph type="sldNum" idx="320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E3356B8A-7FEF-481F-96AE-E67FE40EF55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PlaceHolder 3"/>
          <p:cNvSpPr>
            <a:spLocks noGrp="1"/>
          </p:cNvSpPr>
          <p:nvPr>
            <p:ph type="dt" idx="32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302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03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4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5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06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07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308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C1CE9442-C03F-45D4-A719-36B3CD2AE07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10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311" name="PlaceHolder 3"/>
          <p:cNvSpPr>
            <a:spLocks noGrp="1"/>
          </p:cNvSpPr>
          <p:nvPr>
            <p:ph type="ftr" idx="32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PlaceHolder 4"/>
          <p:cNvSpPr>
            <a:spLocks noGrp="1"/>
          </p:cNvSpPr>
          <p:nvPr>
            <p:ph type="sldNum" idx="323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F1186D6-91D7-47B7-A411-B3250C60334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PlaceHolder 5"/>
          <p:cNvSpPr>
            <a:spLocks noGrp="1"/>
          </p:cNvSpPr>
          <p:nvPr>
            <p:ph type="dt" idx="32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1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1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320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DDB2FDF2-4D34-4411-BBC4-B9AE15DEBC8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PlaceHolder 1"/>
          <p:cNvSpPr>
            <a:spLocks noGrp="1"/>
          </p:cNvSpPr>
          <p:nvPr>
            <p:ph type="ftr" idx="32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PlaceHolder 2"/>
          <p:cNvSpPr>
            <a:spLocks noGrp="1"/>
          </p:cNvSpPr>
          <p:nvPr>
            <p:ph type="sldNum" idx="326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CBD5F750-C188-4B03-B47B-697D6F9F5473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PlaceHolder 3"/>
          <p:cNvSpPr>
            <a:spLocks noGrp="1"/>
          </p:cNvSpPr>
          <p:nvPr>
            <p:ph type="dt" idx="32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32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2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2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2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330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8D268C4D-5279-465E-8FB5-1CDE5035FF71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1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32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333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334" name="PlaceHolder 4"/>
          <p:cNvSpPr>
            <a:spLocks noGrp="1"/>
          </p:cNvSpPr>
          <p:nvPr>
            <p:ph type="ftr" idx="32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PlaceHolder 5"/>
          <p:cNvSpPr>
            <a:spLocks noGrp="1"/>
          </p:cNvSpPr>
          <p:nvPr>
            <p:ph type="sldNum" idx="329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0E0AD7EB-B41F-429C-9259-66CBF830D715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PlaceHolder 6"/>
          <p:cNvSpPr>
            <a:spLocks noGrp="1"/>
          </p:cNvSpPr>
          <p:nvPr>
            <p:ph type="dt" idx="33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4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4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344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3F79C6CC-1072-4046-834B-39E7B86013B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5" name="PlaceHolder 1"/>
          <p:cNvSpPr>
            <a:spLocks noGrp="1"/>
          </p:cNvSpPr>
          <p:nvPr>
            <p:ph type="ftr" idx="33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PlaceHolder 2"/>
          <p:cNvSpPr>
            <a:spLocks noGrp="1"/>
          </p:cNvSpPr>
          <p:nvPr>
            <p:ph type="sldNum" idx="332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F3FA0C54-BB77-42D3-B323-B5F7AAA2FD45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PlaceHolder 3"/>
          <p:cNvSpPr>
            <a:spLocks noGrp="1"/>
          </p:cNvSpPr>
          <p:nvPr>
            <p:ph type="dt" idx="333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348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49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5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5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354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AB454482-239B-4DF0-BF01-2C8627AB381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5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56" name="PlaceHolder 2"/>
          <p:cNvSpPr>
            <a:spLocks noGrp="1"/>
          </p:cNvSpPr>
          <p:nvPr>
            <p:ph type="ftr" idx="33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PlaceHolder 3"/>
          <p:cNvSpPr>
            <a:spLocks noGrp="1"/>
          </p:cNvSpPr>
          <p:nvPr>
            <p:ph type="sldNum" idx="335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CBACAA09-C1BA-4660-9A9D-4169C3FB673B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PlaceHolder 4"/>
          <p:cNvSpPr>
            <a:spLocks noGrp="1"/>
          </p:cNvSpPr>
          <p:nvPr>
            <p:ph type="dt" idx="33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359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6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6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365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CBAC60A1-4B7F-4838-B425-9A1AD669157D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PlaceHolder 1"/>
          <p:cNvSpPr>
            <a:spLocks noGrp="1"/>
          </p:cNvSpPr>
          <p:nvPr>
            <p:ph type="ftr" idx="33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PlaceHolder 2"/>
          <p:cNvSpPr>
            <a:spLocks noGrp="1"/>
          </p:cNvSpPr>
          <p:nvPr>
            <p:ph type="sldNum" idx="338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88550BCB-AC1F-495C-9721-1ADB9542DD9C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PlaceHolder 3"/>
          <p:cNvSpPr>
            <a:spLocks noGrp="1"/>
          </p:cNvSpPr>
          <p:nvPr>
            <p:ph type="dt" idx="33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369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70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7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7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375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F8B628DC-6F2A-4216-91AD-E27A0D02A295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6" name="PlaceHolder 1"/>
          <p:cNvSpPr>
            <a:spLocks noGrp="1"/>
          </p:cNvSpPr>
          <p:nvPr>
            <p:ph type="ftr" idx="34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PlaceHolder 2"/>
          <p:cNvSpPr>
            <a:spLocks noGrp="1"/>
          </p:cNvSpPr>
          <p:nvPr>
            <p:ph type="sldNum" idx="341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0DE21693-AA3A-4A54-A75C-36510A11246C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PlaceHolder 3"/>
          <p:cNvSpPr>
            <a:spLocks noGrp="1"/>
          </p:cNvSpPr>
          <p:nvPr>
            <p:ph type="dt" idx="34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379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80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8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8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385" name="Rectangle 10"/>
          <p:cNvSpPr/>
          <p:nvPr/>
        </p:nvSpPr>
        <p:spPr>
          <a:xfrm>
            <a:off x="-33480" y="266760"/>
            <a:ext cx="93564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</a:tabLst>
            </a:pPr>
            <a:fld id="{42F7C429-A81D-486E-9B34-4C200C9DCF47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6" name="PlaceHolder 1"/>
          <p:cNvSpPr>
            <a:spLocks noGrp="1"/>
          </p:cNvSpPr>
          <p:nvPr>
            <p:ph type="ftr" idx="34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PlaceHolder 2"/>
          <p:cNvSpPr>
            <a:spLocks noGrp="1"/>
          </p:cNvSpPr>
          <p:nvPr>
            <p:ph type="sldNum" idx="344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EDD3775C-AB26-4437-AB42-6049741DE1D4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PlaceHolder 3"/>
          <p:cNvSpPr>
            <a:spLocks noGrp="1"/>
          </p:cNvSpPr>
          <p:nvPr>
            <p:ph type="dt" idx="34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389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90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9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9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395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96" name="PlaceHolder 2"/>
          <p:cNvSpPr>
            <a:spLocks noGrp="1"/>
          </p:cNvSpPr>
          <p:nvPr>
            <p:ph type="ftr" idx="34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PlaceHolder 3"/>
          <p:cNvSpPr>
            <a:spLocks noGrp="1"/>
          </p:cNvSpPr>
          <p:nvPr>
            <p:ph type="sldNum" idx="347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04E5570-1ABE-401E-99DC-3FD3A27DC6EE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PlaceHolder 4"/>
          <p:cNvSpPr>
            <a:spLocks noGrp="1"/>
          </p:cNvSpPr>
          <p:nvPr>
            <p:ph type="dt" idx="34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399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3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04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05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06" name="PlaceHolder 1"/>
          <p:cNvSpPr>
            <a:spLocks noGrp="1"/>
          </p:cNvSpPr>
          <p:nvPr>
            <p:ph type="ftr" idx="34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PlaceHolder 2"/>
          <p:cNvSpPr>
            <a:spLocks noGrp="1"/>
          </p:cNvSpPr>
          <p:nvPr>
            <p:ph type="sldNum" idx="350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FAD5EB9A-5F10-4A62-B759-44F89817B5A9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PlaceHolder 3"/>
          <p:cNvSpPr>
            <a:spLocks noGrp="1"/>
          </p:cNvSpPr>
          <p:nvPr>
            <p:ph type="dt" idx="35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409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10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1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1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15" name="PlaceHolder 1"/>
          <p:cNvSpPr>
            <a:spLocks noGrp="1"/>
          </p:cNvSpPr>
          <p:nvPr>
            <p:ph type="ftr" idx="35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PlaceHolder 2"/>
          <p:cNvSpPr>
            <a:spLocks noGrp="1"/>
          </p:cNvSpPr>
          <p:nvPr>
            <p:ph type="sldNum" idx="353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DBBAA4FA-96F2-4169-B58A-B3DC80AED17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PlaceHolder 3"/>
          <p:cNvSpPr>
            <a:spLocks noGrp="1"/>
          </p:cNvSpPr>
          <p:nvPr>
            <p:ph type="dt" idx="35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418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19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2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2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24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25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426" name="PlaceHolder 3"/>
          <p:cNvSpPr>
            <a:spLocks noGrp="1"/>
          </p:cNvSpPr>
          <p:nvPr>
            <p:ph type="ftr" idx="35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PlaceHolder 4"/>
          <p:cNvSpPr>
            <a:spLocks noGrp="1"/>
          </p:cNvSpPr>
          <p:nvPr>
            <p:ph type="sldNum" idx="356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8E7BACA-4B46-4B36-9826-52D13A576ADB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PlaceHolder 5"/>
          <p:cNvSpPr>
            <a:spLocks noGrp="1"/>
          </p:cNvSpPr>
          <p:nvPr>
            <p:ph type="dt" idx="35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3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3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35" name="PlaceHolder 1"/>
          <p:cNvSpPr>
            <a:spLocks noGrp="1"/>
          </p:cNvSpPr>
          <p:nvPr>
            <p:ph type="ftr" idx="35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PlaceHolder 2"/>
          <p:cNvSpPr>
            <a:spLocks noGrp="1"/>
          </p:cNvSpPr>
          <p:nvPr>
            <p:ph type="sldNum" idx="359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D7615810-D9F5-47F6-923F-226CA6833786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PlaceHolder 3"/>
          <p:cNvSpPr>
            <a:spLocks noGrp="1"/>
          </p:cNvSpPr>
          <p:nvPr>
            <p:ph type="dt" idx="36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438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39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4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4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44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45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446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447" name="PlaceHolder 4"/>
          <p:cNvSpPr>
            <a:spLocks noGrp="1"/>
          </p:cNvSpPr>
          <p:nvPr>
            <p:ph type="ftr" idx="36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PlaceHolder 5"/>
          <p:cNvSpPr>
            <a:spLocks noGrp="1"/>
          </p:cNvSpPr>
          <p:nvPr>
            <p:ph type="sldNum" idx="362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BE8B41D0-7493-4A30-B41D-49278CB3A953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PlaceHolder 6"/>
          <p:cNvSpPr>
            <a:spLocks noGrp="1"/>
          </p:cNvSpPr>
          <p:nvPr>
            <p:ph type="dt" idx="363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3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4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55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56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57" name="PlaceHolder 1"/>
          <p:cNvSpPr>
            <a:spLocks noGrp="1"/>
          </p:cNvSpPr>
          <p:nvPr>
            <p:ph type="ftr" idx="36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PlaceHolder 2"/>
          <p:cNvSpPr>
            <a:spLocks noGrp="1"/>
          </p:cNvSpPr>
          <p:nvPr>
            <p:ph type="sldNum" idx="365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42C9B7B1-709F-482C-9709-707B2F58FB9E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PlaceHolder 3"/>
          <p:cNvSpPr>
            <a:spLocks noGrp="1"/>
          </p:cNvSpPr>
          <p:nvPr>
            <p:ph type="dt" idx="36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460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61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2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3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64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65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66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67" name="PlaceHolder 2"/>
          <p:cNvSpPr>
            <a:spLocks noGrp="1"/>
          </p:cNvSpPr>
          <p:nvPr>
            <p:ph type="ftr" idx="36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PlaceHolder 3"/>
          <p:cNvSpPr>
            <a:spLocks noGrp="1"/>
          </p:cNvSpPr>
          <p:nvPr>
            <p:ph type="sldNum" idx="368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7ABB78D8-6073-46DE-91F1-A51DD11CF3F3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PlaceHolder 4"/>
          <p:cNvSpPr>
            <a:spLocks noGrp="1"/>
          </p:cNvSpPr>
          <p:nvPr>
            <p:ph type="dt" idx="36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470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2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3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74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2026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75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76" name="PlaceHolder 1"/>
          <p:cNvSpPr>
            <a:spLocks noGrp="1"/>
          </p:cNvSpPr>
          <p:nvPr>
            <p:ph type="ftr" idx="37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PlaceHolder 2"/>
          <p:cNvSpPr>
            <a:spLocks noGrp="1"/>
          </p:cNvSpPr>
          <p:nvPr>
            <p:ph type="sldNum" idx="371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F3C4295-DF3D-4875-BCCE-D1A9C8874F3A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PlaceHolder 3"/>
          <p:cNvSpPr>
            <a:spLocks noGrp="1"/>
          </p:cNvSpPr>
          <p:nvPr>
            <p:ph type="dt" idx="37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479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80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8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8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85" name="PlaceHolder 1"/>
          <p:cNvSpPr>
            <a:spLocks noGrp="1"/>
          </p:cNvSpPr>
          <p:nvPr>
            <p:ph type="ftr" idx="37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PlaceHolder 2"/>
          <p:cNvSpPr>
            <a:spLocks noGrp="1"/>
          </p:cNvSpPr>
          <p:nvPr>
            <p:ph type="sldNum" idx="374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C61F0A13-E7A3-476D-A3BC-3E59A4E5B6CB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7" name="PlaceHolder 3"/>
          <p:cNvSpPr>
            <a:spLocks noGrp="1"/>
          </p:cNvSpPr>
          <p:nvPr>
            <p:ph type="dt" idx="37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488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89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49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9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494" name="PlaceHolder 1"/>
          <p:cNvSpPr>
            <a:spLocks noGrp="1"/>
          </p:cNvSpPr>
          <p:nvPr>
            <p:ph type="ftr" idx="37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PlaceHolder 2"/>
          <p:cNvSpPr>
            <a:spLocks noGrp="1"/>
          </p:cNvSpPr>
          <p:nvPr>
            <p:ph type="sldNum" idx="377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B11BBC66-0929-4B72-8EFC-8722D19AD0A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PlaceHolder 3"/>
          <p:cNvSpPr>
            <a:spLocks noGrp="1"/>
          </p:cNvSpPr>
          <p:nvPr>
            <p:ph type="dt" idx="37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497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98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9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0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501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02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03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04" name="PlaceHolder 2"/>
          <p:cNvSpPr>
            <a:spLocks noGrp="1"/>
          </p:cNvSpPr>
          <p:nvPr>
            <p:ph type="ftr" idx="37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PlaceHolder 3"/>
          <p:cNvSpPr>
            <a:spLocks noGrp="1"/>
          </p:cNvSpPr>
          <p:nvPr>
            <p:ph type="sldNum" idx="380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555BBF64-739B-4D62-9CFF-BC9054E4A512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PlaceHolder 4"/>
          <p:cNvSpPr>
            <a:spLocks noGrp="1"/>
          </p:cNvSpPr>
          <p:nvPr>
            <p:ph type="dt" idx="38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507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51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1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14" name="PlaceHolder 1"/>
          <p:cNvSpPr>
            <a:spLocks noGrp="1"/>
          </p:cNvSpPr>
          <p:nvPr>
            <p:ph type="ftr" idx="38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PlaceHolder 2"/>
          <p:cNvSpPr>
            <a:spLocks noGrp="1"/>
          </p:cNvSpPr>
          <p:nvPr>
            <p:ph type="sldNum" idx="383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29DCF2F0-F6AD-4121-B0D0-B7CBC0E4DC73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PlaceHolder 3"/>
          <p:cNvSpPr>
            <a:spLocks noGrp="1"/>
          </p:cNvSpPr>
          <p:nvPr>
            <p:ph type="dt" idx="38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517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18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9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0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521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22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23" name="PlaceHolder 1"/>
          <p:cNvSpPr>
            <a:spLocks noGrp="1"/>
          </p:cNvSpPr>
          <p:nvPr>
            <p:ph type="ftr" idx="38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PlaceHolder 2"/>
          <p:cNvSpPr>
            <a:spLocks noGrp="1"/>
          </p:cNvSpPr>
          <p:nvPr>
            <p:ph type="sldNum" idx="386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3C235213-AEEE-48FE-8D2F-519AFB18546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5" name="PlaceHolder 3"/>
          <p:cNvSpPr>
            <a:spLocks noGrp="1"/>
          </p:cNvSpPr>
          <p:nvPr>
            <p:ph type="dt" idx="38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526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27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53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3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32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33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534" name="PlaceHolder 3"/>
          <p:cNvSpPr>
            <a:spLocks noGrp="1"/>
          </p:cNvSpPr>
          <p:nvPr>
            <p:ph type="ftr" idx="38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5" name="PlaceHolder 4"/>
          <p:cNvSpPr>
            <a:spLocks noGrp="1"/>
          </p:cNvSpPr>
          <p:nvPr>
            <p:ph type="sldNum" idx="389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83732409-7C99-4FCB-8ED9-3A2B3AFA3FF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6" name="PlaceHolder 5"/>
          <p:cNvSpPr>
            <a:spLocks noGrp="1"/>
          </p:cNvSpPr>
          <p:nvPr>
            <p:ph type="dt" idx="39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9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0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541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42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43" name="PlaceHolder 1"/>
          <p:cNvSpPr>
            <a:spLocks noGrp="1"/>
          </p:cNvSpPr>
          <p:nvPr>
            <p:ph type="ftr" idx="39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PlaceHolder 2"/>
          <p:cNvSpPr>
            <a:spLocks noGrp="1"/>
          </p:cNvSpPr>
          <p:nvPr>
            <p:ph type="sldNum" idx="392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2C0CD7F3-E04C-4814-9C22-CA2F6008B171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PlaceHolder 3"/>
          <p:cNvSpPr>
            <a:spLocks noGrp="1"/>
          </p:cNvSpPr>
          <p:nvPr>
            <p:ph type="dt" idx="393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546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47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55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5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52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53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554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555" name="PlaceHolder 4"/>
          <p:cNvSpPr>
            <a:spLocks noGrp="1"/>
          </p:cNvSpPr>
          <p:nvPr>
            <p:ph type="ftr" idx="39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PlaceHolder 5"/>
          <p:cNvSpPr>
            <a:spLocks noGrp="1"/>
          </p:cNvSpPr>
          <p:nvPr>
            <p:ph type="sldNum" idx="395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D397FDFA-AF7F-44BA-849B-1A093676727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7" name="PlaceHolder 6"/>
          <p:cNvSpPr>
            <a:spLocks noGrp="1"/>
          </p:cNvSpPr>
          <p:nvPr>
            <p:ph type="dt" idx="39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1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2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563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64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65" name="PlaceHolder 1"/>
          <p:cNvSpPr>
            <a:spLocks noGrp="1"/>
          </p:cNvSpPr>
          <p:nvPr>
            <p:ph type="ftr" idx="39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6" name="PlaceHolder 2"/>
          <p:cNvSpPr>
            <a:spLocks noGrp="1"/>
          </p:cNvSpPr>
          <p:nvPr>
            <p:ph type="sldNum" idx="398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736FDC72-FC79-4DD6-BA60-1A12E6F2FA3A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7" name="PlaceHolder 3"/>
          <p:cNvSpPr>
            <a:spLocks noGrp="1"/>
          </p:cNvSpPr>
          <p:nvPr>
            <p:ph type="dt" idx="39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568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69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57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7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74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75" name="PlaceHolder 2"/>
          <p:cNvSpPr>
            <a:spLocks noGrp="1"/>
          </p:cNvSpPr>
          <p:nvPr>
            <p:ph type="ftr" idx="40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6" name="PlaceHolder 3"/>
          <p:cNvSpPr>
            <a:spLocks noGrp="1"/>
          </p:cNvSpPr>
          <p:nvPr>
            <p:ph type="sldNum" idx="401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74089D7C-E482-4583-A83A-B14F9CB72CF9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7" name="PlaceHolder 4"/>
          <p:cNvSpPr>
            <a:spLocks noGrp="1"/>
          </p:cNvSpPr>
          <p:nvPr>
            <p:ph type="dt" idx="40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578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0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1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582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83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84" name="PlaceHolder 1"/>
          <p:cNvSpPr>
            <a:spLocks noGrp="1"/>
          </p:cNvSpPr>
          <p:nvPr>
            <p:ph type="ftr" idx="40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5" name="PlaceHolder 2"/>
          <p:cNvSpPr>
            <a:spLocks noGrp="1"/>
          </p:cNvSpPr>
          <p:nvPr>
            <p:ph type="sldNum" idx="404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4C192846-9667-472D-B641-F2DA65D51549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6" name="PlaceHolder 3"/>
          <p:cNvSpPr>
            <a:spLocks noGrp="1"/>
          </p:cNvSpPr>
          <p:nvPr>
            <p:ph type="dt" idx="40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587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88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9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0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591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92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593" name="PlaceHolder 1"/>
          <p:cNvSpPr>
            <a:spLocks noGrp="1"/>
          </p:cNvSpPr>
          <p:nvPr>
            <p:ph type="ftr" idx="40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4" name="PlaceHolder 2"/>
          <p:cNvSpPr>
            <a:spLocks noGrp="1"/>
          </p:cNvSpPr>
          <p:nvPr>
            <p:ph type="sldNum" idx="407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F0B5FBAA-AE87-444C-BB91-316C9A923B37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5" name="PlaceHolder 3"/>
          <p:cNvSpPr>
            <a:spLocks noGrp="1"/>
          </p:cNvSpPr>
          <p:nvPr>
            <p:ph type="dt" idx="40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596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597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0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0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02" name="PlaceHolder 1"/>
          <p:cNvSpPr>
            <a:spLocks noGrp="1"/>
          </p:cNvSpPr>
          <p:nvPr>
            <p:ph type="ftr" idx="40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PlaceHolder 2"/>
          <p:cNvSpPr>
            <a:spLocks noGrp="1"/>
          </p:cNvSpPr>
          <p:nvPr>
            <p:ph type="sldNum" idx="410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7A2A0DD2-BEFA-4A01-9338-B93597C0D6F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PlaceHolder 3"/>
          <p:cNvSpPr>
            <a:spLocks noGrp="1"/>
          </p:cNvSpPr>
          <p:nvPr>
            <p:ph type="dt" idx="41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605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0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0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1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11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12" name="PlaceHolder 2"/>
          <p:cNvSpPr>
            <a:spLocks noGrp="1"/>
          </p:cNvSpPr>
          <p:nvPr>
            <p:ph type="ftr" idx="41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3" name="PlaceHolder 3"/>
          <p:cNvSpPr>
            <a:spLocks noGrp="1"/>
          </p:cNvSpPr>
          <p:nvPr>
            <p:ph type="sldNum" idx="413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74EECE75-3052-44A5-BF72-DCEE04854BF2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PlaceHolder 4"/>
          <p:cNvSpPr>
            <a:spLocks noGrp="1"/>
          </p:cNvSpPr>
          <p:nvPr>
            <p:ph type="dt" idx="41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61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2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2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22" name="PlaceHolder 1"/>
          <p:cNvSpPr>
            <a:spLocks noGrp="1"/>
          </p:cNvSpPr>
          <p:nvPr>
            <p:ph type="ftr" idx="415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3" name="PlaceHolder 2"/>
          <p:cNvSpPr>
            <a:spLocks noGrp="1"/>
          </p:cNvSpPr>
          <p:nvPr>
            <p:ph type="sldNum" idx="416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AB3C2D8C-6C8F-4D13-8CAB-37D1069734A2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4" name="PlaceHolder 3"/>
          <p:cNvSpPr>
            <a:spLocks noGrp="1"/>
          </p:cNvSpPr>
          <p:nvPr>
            <p:ph type="dt" idx="417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625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2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2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3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31" name="PlaceHolder 1"/>
          <p:cNvSpPr>
            <a:spLocks noGrp="1"/>
          </p:cNvSpPr>
          <p:nvPr>
            <p:ph type="ftr" idx="418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2" name="PlaceHolder 2"/>
          <p:cNvSpPr>
            <a:spLocks noGrp="1"/>
          </p:cNvSpPr>
          <p:nvPr>
            <p:ph type="sldNum" idx="419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46E6E5FD-9B5C-4EA3-A6D8-7509D40B1F01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PlaceHolder 3"/>
          <p:cNvSpPr>
            <a:spLocks noGrp="1"/>
          </p:cNvSpPr>
          <p:nvPr>
            <p:ph type="dt" idx="420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63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3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3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3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40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41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28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642" name="PlaceHolder 3"/>
          <p:cNvSpPr>
            <a:spLocks noGrp="1"/>
          </p:cNvSpPr>
          <p:nvPr>
            <p:ph type="ftr" idx="421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3" name="PlaceHolder 4"/>
          <p:cNvSpPr>
            <a:spLocks noGrp="1"/>
          </p:cNvSpPr>
          <p:nvPr>
            <p:ph type="sldNum" idx="422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1F6DC475-AAE3-4EE0-9ACE-A61F0BFD0443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4" name="PlaceHolder 5"/>
          <p:cNvSpPr>
            <a:spLocks noGrp="1"/>
          </p:cNvSpPr>
          <p:nvPr>
            <p:ph type="dt" idx="423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4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5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51" name="PlaceHolder 1"/>
          <p:cNvSpPr>
            <a:spLocks noGrp="1"/>
          </p:cNvSpPr>
          <p:nvPr>
            <p:ph type="ftr" idx="424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2" name="PlaceHolder 2"/>
          <p:cNvSpPr>
            <a:spLocks noGrp="1"/>
          </p:cNvSpPr>
          <p:nvPr>
            <p:ph type="sldNum" idx="425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F417B0CF-7726-4891-B25D-CEA7862490BD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PlaceHolder 3"/>
          <p:cNvSpPr>
            <a:spLocks noGrp="1"/>
          </p:cNvSpPr>
          <p:nvPr>
            <p:ph type="dt" idx="426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65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5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5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5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60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61" name="PlaceHolder 2"/>
          <p:cNvSpPr>
            <a:spLocks noGrp="1"/>
          </p:cNvSpPr>
          <p:nvPr>
            <p:ph type="body"/>
          </p:nvPr>
        </p:nvSpPr>
        <p:spPr>
          <a:xfrm>
            <a:off x="64800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662" name="PlaceHolder 3"/>
          <p:cNvSpPr>
            <a:spLocks noGrp="1"/>
          </p:cNvSpPr>
          <p:nvPr>
            <p:ph type="body"/>
          </p:nvPr>
        </p:nvSpPr>
        <p:spPr>
          <a:xfrm>
            <a:off x="6624720" y="1600560"/>
            <a:ext cx="5691240" cy="396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663" name="PlaceHolder 4"/>
          <p:cNvSpPr>
            <a:spLocks noGrp="1"/>
          </p:cNvSpPr>
          <p:nvPr>
            <p:ph type="ftr" idx="427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PlaceHolder 5"/>
          <p:cNvSpPr>
            <a:spLocks noGrp="1"/>
          </p:cNvSpPr>
          <p:nvPr>
            <p:ph type="sldNum" idx="428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1123C589-171A-4840-992D-64B2C2C6BE68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5" name="PlaceHolder 6"/>
          <p:cNvSpPr>
            <a:spLocks noGrp="1"/>
          </p:cNvSpPr>
          <p:nvPr>
            <p:ph type="dt" idx="429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9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0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71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72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73" name="PlaceHolder 1"/>
          <p:cNvSpPr>
            <a:spLocks noGrp="1"/>
          </p:cNvSpPr>
          <p:nvPr>
            <p:ph type="ftr" idx="430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4" name="PlaceHolder 2"/>
          <p:cNvSpPr>
            <a:spLocks noGrp="1"/>
          </p:cNvSpPr>
          <p:nvPr>
            <p:ph type="sldNum" idx="431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22ED97A3-5607-4BE4-88FA-F055E85D9D31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5" name="PlaceHolder 3"/>
          <p:cNvSpPr>
            <a:spLocks noGrp="1"/>
          </p:cNvSpPr>
          <p:nvPr>
            <p:ph type="dt" idx="432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676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77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8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8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82" name="PlaceHolder 1"/>
          <p:cNvSpPr>
            <a:spLocks noGrp="1"/>
          </p:cNvSpPr>
          <p:nvPr>
            <p:ph type="title"/>
          </p:nvPr>
        </p:nvSpPr>
        <p:spPr>
          <a:xfrm>
            <a:off x="648000" y="706320"/>
            <a:ext cx="11231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83" name="PlaceHolder 2"/>
          <p:cNvSpPr>
            <a:spLocks noGrp="1"/>
          </p:cNvSpPr>
          <p:nvPr>
            <p:ph type="ftr" idx="433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4" name="PlaceHolder 3"/>
          <p:cNvSpPr>
            <a:spLocks noGrp="1"/>
          </p:cNvSpPr>
          <p:nvPr>
            <p:ph type="sldNum" idx="434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D9DD6A74-EBE6-4237-A1AE-E206F46396A0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5" name="PlaceHolder 4"/>
          <p:cNvSpPr>
            <a:spLocks noGrp="1"/>
          </p:cNvSpPr>
          <p:nvPr>
            <p:ph type="dt" idx="435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68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8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9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90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91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692" name="PlaceHolder 1"/>
          <p:cNvSpPr>
            <a:spLocks noGrp="1"/>
          </p:cNvSpPr>
          <p:nvPr>
            <p:ph type="ftr" idx="436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3" name="PlaceHolder 2"/>
          <p:cNvSpPr>
            <a:spLocks noGrp="1"/>
          </p:cNvSpPr>
          <p:nvPr>
            <p:ph type="sldNum" idx="437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9BC78113-ED42-47BC-8FD5-8ED74573392D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4" name="PlaceHolder 3"/>
          <p:cNvSpPr>
            <a:spLocks noGrp="1"/>
          </p:cNvSpPr>
          <p:nvPr>
            <p:ph type="dt" idx="438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695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96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7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8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699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00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701" name="PlaceHolder 1"/>
          <p:cNvSpPr>
            <a:spLocks noGrp="1"/>
          </p:cNvSpPr>
          <p:nvPr>
            <p:ph type="ftr" idx="439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2" name="PlaceHolder 2"/>
          <p:cNvSpPr>
            <a:spLocks noGrp="1"/>
          </p:cNvSpPr>
          <p:nvPr>
            <p:ph type="sldNum" idx="440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FDD028D3-A0A2-464C-87E3-57FF316A158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3" name="PlaceHolder 3"/>
          <p:cNvSpPr>
            <a:spLocks noGrp="1"/>
          </p:cNvSpPr>
          <p:nvPr>
            <p:ph type="dt" idx="441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704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705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6" name="Picture 1"/>
          <p:cNvPicPr/>
          <p:nvPr/>
        </p:nvPicPr>
        <p:blipFill>
          <a:blip r:embed="rId3"/>
          <a:stretch/>
        </p:blipFill>
        <p:spPr>
          <a:xfrm>
            <a:off x="10856880" y="123840"/>
            <a:ext cx="1573560" cy="68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7" name="Rectangle 2"/>
          <p:cNvSpPr/>
          <p:nvPr/>
        </p:nvSpPr>
        <p:spPr>
          <a:xfrm>
            <a:off x="-3240" y="289080"/>
            <a:ext cx="892800" cy="317880"/>
          </a:xfrm>
          <a:prstGeom prst="rect">
            <a:avLst/>
          </a:prstGeom>
          <a:solidFill>
            <a:srgbClr val="A3023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708" name="Rectangle 3"/>
          <p:cNvSpPr/>
          <p:nvPr/>
        </p:nvSpPr>
        <p:spPr>
          <a:xfrm>
            <a:off x="554040" y="6408720"/>
            <a:ext cx="614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</a:pPr>
            <a:r>
              <a:rPr lang="en-US" sz="1400" b="0" u="none" strike="noStrike">
                <a:solidFill>
                  <a:srgbClr val="808080"/>
                </a:solidFill>
                <a:effectLst/>
                <a:uFillTx/>
                <a:latin typeface="Arial"/>
                <a:ea typeface="Microsoft YaHei"/>
              </a:rPr>
              <a:t>2023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09" name="AutoShape 4"/>
          <p:cNvCxnSpPr/>
          <p:nvPr/>
        </p:nvCxnSpPr>
        <p:spPr>
          <a:xfrm>
            <a:off x="1258560" y="6570360"/>
            <a:ext cx="2304720" cy="2880"/>
          </a:xfrm>
          <a:prstGeom prst="straightConnector1">
            <a:avLst/>
          </a:prstGeom>
          <a:ln w="19080">
            <a:solidFill>
              <a:srgbClr val="808080"/>
            </a:solidFill>
            <a:miter/>
          </a:ln>
        </p:spPr>
      </p:cxnSp>
      <p:sp>
        <p:nvSpPr>
          <p:cNvPr id="1710" name="PlaceHolder 1"/>
          <p:cNvSpPr>
            <a:spLocks noGrp="1"/>
          </p:cNvSpPr>
          <p:nvPr>
            <p:ph type="ftr" idx="442"/>
          </p:nvPr>
        </p:nvSpPr>
        <p:spPr>
          <a:xfrm>
            <a:off x="4170240" y="7085160"/>
            <a:ext cx="437076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1" name="PlaceHolder 2"/>
          <p:cNvSpPr>
            <a:spLocks noGrp="1"/>
          </p:cNvSpPr>
          <p:nvPr>
            <p:ph type="sldNum" idx="443"/>
          </p:nvPr>
        </p:nvSpPr>
        <p:spPr>
          <a:xfrm>
            <a:off x="165240" y="266760"/>
            <a:ext cx="735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fld id="{E9A08859-8FBA-4B9F-AE07-208D63BCB5E5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2" name="PlaceHolder 3"/>
          <p:cNvSpPr>
            <a:spLocks noGrp="1"/>
          </p:cNvSpPr>
          <p:nvPr>
            <p:ph type="dt" idx="444"/>
          </p:nvPr>
        </p:nvSpPr>
        <p:spPr>
          <a:xfrm>
            <a:off x="890640" y="7085160"/>
            <a:ext cx="2913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713" name="PlaceHolder 4"/>
          <p:cNvSpPr>
            <a:spLocks noGrp="1"/>
          </p:cNvSpPr>
          <p:nvPr>
            <p:ph type="title"/>
          </p:nvPr>
        </p:nvSpPr>
        <p:spPr>
          <a:xfrm>
            <a:off x="648000" y="272880"/>
            <a:ext cx="1166364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714" name="PlaceHolder 5"/>
          <p:cNvSpPr>
            <a:spLocks noGrp="1"/>
          </p:cNvSpPr>
          <p:nvPr>
            <p:ph type="body"/>
          </p:nvPr>
        </p:nvSpPr>
        <p:spPr>
          <a:xfrm>
            <a:off x="648000" y="1600560"/>
            <a:ext cx="11663640" cy="39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bc.ru/industries/news/68dd06d89a79471f5a8bc936" TargetMode="External"/><Relationship Id="rId2" Type="http://schemas.openxmlformats.org/officeDocument/2006/relationships/hyperlink" Target="https://glavkniga.ru/situations/k518670" TargetMode="External"/><Relationship Id="rId1" Type="http://schemas.openxmlformats.org/officeDocument/2006/relationships/slideLayout" Target="../slideLayouts/slideLayout154.xml"/><Relationship Id="rId6" Type="http://schemas.openxmlformats.org/officeDocument/2006/relationships/hyperlink" Target="https://robokassa.com/blog/articles/platezhnoe-poruchenie-dlya-biznesa/" TargetMode="External"/><Relationship Id="rId5" Type="http://schemas.openxmlformats.org/officeDocument/2006/relationships/hyperlink" Target="https://www.business.ru/article/4585-tovarnaya-nakladnaya-torg-12" TargetMode="External"/><Relationship Id="rId4" Type="http://schemas.openxmlformats.org/officeDocument/2006/relationships/hyperlink" Target="https://www.kontur-extern.ru/forms/45366-forma_torg_12?utm_referrer=https%3a%2f%2falice.yandex.ru%2f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PlaceHolder 1"/>
          <p:cNvSpPr>
            <a:spLocks noGrp="1"/>
          </p:cNvSpPr>
          <p:nvPr>
            <p:ph type="title"/>
          </p:nvPr>
        </p:nvSpPr>
        <p:spPr>
          <a:xfrm>
            <a:off x="385920" y="2241360"/>
            <a:ext cx="10980360" cy="129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 indent="0" algn="ctr"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r>
              <a:rPr sz="3600" dirty="0"/>
              <a:t/>
            </a:r>
            <a:br>
              <a:rPr sz="3600" dirty="0"/>
            </a:br>
            <a:r>
              <a:rPr sz="3600" dirty="0"/>
              <a:t/>
            </a:r>
            <a:br>
              <a:rPr sz="3600" dirty="0"/>
            </a:br>
            <a:r>
              <a:rPr sz="3600" dirty="0"/>
              <a:t/>
            </a:r>
            <a:br>
              <a:rPr sz="3600" dirty="0"/>
            </a:br>
            <a:r>
              <a:rPr lang="ru-RU" sz="6600" dirty="0" smtClean="0">
                <a:solidFill>
                  <a:schemeClr val="lt1"/>
                </a:solidFill>
                <a:latin typeface="Arial"/>
                <a:ea typeface="Microsoft YaHei"/>
              </a:rPr>
              <a:t>Лабораторная работа №2</a:t>
            </a:r>
            <a:endParaRPr lang="ru-RU" sz="6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2" name="PlaceHolder 2"/>
          <p:cNvSpPr>
            <a:spLocks noGrp="1"/>
          </p:cNvSpPr>
          <p:nvPr>
            <p:ph type="subTitle"/>
          </p:nvPr>
        </p:nvSpPr>
        <p:spPr>
          <a:xfrm>
            <a:off x="8784360" y="4356360"/>
            <a:ext cx="3167280" cy="230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1012"/>
              </a:spcBef>
              <a:spcAft>
                <a:spcPts val="14"/>
              </a:spcAft>
              <a:buNone/>
              <a:tabLst>
                <a:tab pos="0" algn="l"/>
              </a:tabLst>
            </a:pP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1012"/>
              </a:spcBef>
              <a:spcAft>
                <a:spcPts val="14"/>
              </a:spcAft>
              <a:buNone/>
              <a:tabLst>
                <a:tab pos="0" algn="l"/>
              </a:tabLst>
            </a:pPr>
            <a:r>
              <a:rPr lang="ru-RU" sz="2400" b="0" u="none" strike="noStrike" dirty="0" smtClean="0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Выполнили</a:t>
            </a:r>
            <a:r>
              <a:rPr lang="en-US" sz="2400" b="0" u="none" strike="noStrike" dirty="0" smtClean="0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:</a:t>
            </a: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1012"/>
              </a:spcBef>
              <a:spcAft>
                <a:spcPts val="14"/>
              </a:spcAft>
              <a:buNone/>
              <a:tabLst>
                <a:tab pos="0" algn="l"/>
              </a:tabLst>
            </a:pPr>
            <a:r>
              <a:rPr lang="ru-RU" sz="2400" b="0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Шнягина</a:t>
            </a:r>
            <a:r>
              <a:rPr lang="ru-RU" sz="2400" b="0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ru-RU" sz="2400" b="0" u="none" strike="noStrike" dirty="0" smtClean="0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Полина</a:t>
            </a:r>
          </a:p>
          <a:p>
            <a:pPr marL="228600" indent="0" defTabSz="914400">
              <a:lnSpc>
                <a:spcPct val="100000"/>
              </a:lnSpc>
              <a:spcBef>
                <a:spcPts val="1012"/>
              </a:spcBef>
              <a:spcAft>
                <a:spcPts val="14"/>
              </a:spcAft>
              <a:buNone/>
              <a:tabLst>
                <a:tab pos="0" algn="l"/>
              </a:tabLst>
            </a:pPr>
            <a:r>
              <a:rPr lang="ru-RU" sz="2400" dirty="0" err="1" smtClean="0">
                <a:solidFill>
                  <a:srgbClr val="FFFFFF"/>
                </a:solidFill>
                <a:latin typeface="Arial"/>
                <a:ea typeface="Microsoft YaHei"/>
              </a:rPr>
              <a:t>Ластина</a:t>
            </a:r>
            <a:r>
              <a:rPr lang="ru-RU" sz="2400" dirty="0" smtClean="0">
                <a:solidFill>
                  <a:srgbClr val="FFFFFF"/>
                </a:solidFill>
                <a:latin typeface="Arial"/>
                <a:ea typeface="Microsoft YaHei"/>
              </a:rPr>
              <a:t> Екатерина</a:t>
            </a:r>
          </a:p>
          <a:p>
            <a:pPr marL="228600" indent="0" defTabSz="914400">
              <a:lnSpc>
                <a:spcPct val="100000"/>
              </a:lnSpc>
              <a:spcBef>
                <a:spcPts val="1012"/>
              </a:spcBef>
              <a:spcAft>
                <a:spcPts val="14"/>
              </a:spcAft>
              <a:buNone/>
              <a:tabLst>
                <a:tab pos="0" algn="l"/>
              </a:tabLst>
            </a:pP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3" name="Rectangle 3"/>
          <p:cNvSpPr/>
          <p:nvPr/>
        </p:nvSpPr>
        <p:spPr>
          <a:xfrm>
            <a:off x="914400" y="6126120"/>
            <a:ext cx="214524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  <a:tab pos="182880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Нижний Новгород, 2026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/>
          <p:nvPr/>
        </p:nvSpPr>
        <p:spPr>
          <a:xfrm>
            <a:off x="1151640" y="928440"/>
            <a:ext cx="8496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Microsoft YaHei"/>
              </a:rPr>
              <a:t>Введение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32316" y="2365302"/>
            <a:ext cx="6480175" cy="208884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2000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Оборудование и </a:t>
            </a:r>
            <a:r>
              <a:rPr lang="ru-RU" sz="2000" b="1" kern="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endParaRPr lang="ru-RU" sz="2000" b="1" kern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Персональный компьютер с ОС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10</a:t>
            </a:r>
            <a:endParaRPr lang="ru-RU" sz="2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Браузер</a:t>
            </a:r>
            <a:endParaRPr lang="ru-RU" sz="2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871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TextBox 1"/>
          <p:cNvSpPr/>
          <p:nvPr/>
        </p:nvSpPr>
        <p:spPr>
          <a:xfrm>
            <a:off x="1151640" y="928440"/>
            <a:ext cx="8496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Microsoft YaHei"/>
              </a:rPr>
              <a:t>Введение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5" name="TextBox 2"/>
          <p:cNvSpPr/>
          <p:nvPr/>
        </p:nvSpPr>
        <p:spPr>
          <a:xfrm>
            <a:off x="287640" y="2856240"/>
            <a:ext cx="5255640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726" name="Прямоугольник 3"/>
          <p:cNvSpPr/>
          <p:nvPr/>
        </p:nvSpPr>
        <p:spPr>
          <a:xfrm>
            <a:off x="532980" y="2019199"/>
            <a:ext cx="12234874" cy="37729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7000"/>
              </a:lnSpc>
              <a:spcAft>
                <a:spcPts val="799"/>
              </a:spcAft>
            </a:pPr>
            <a:r>
              <a:rPr lang="ru-RU" sz="2000" b="1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sz="2000" b="1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2000" b="0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роведение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реквизитного анализа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экономического документа и создание его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внутримашинного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представления.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07000"/>
              </a:lnSpc>
              <a:spcAft>
                <a:spcPts val="799"/>
              </a:spcAft>
            </a:pPr>
            <a:r>
              <a:rPr lang="ru-RU" sz="2000" b="1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en-US" sz="2000" b="1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b="1" u="none" strike="noStrike" dirty="0" smtClean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914400">
              <a:lnSpc>
                <a:spcPct val="107000"/>
              </a:lnSpc>
              <a:spcAft>
                <a:spcPts val="799"/>
              </a:spcAft>
              <a:buAutoNum type="arabicPeriod"/>
            </a:pPr>
            <a:r>
              <a:rPr lang="ru-RU" sz="2000" b="0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реквизитный анализ выбранного документа.</a:t>
            </a:r>
          </a:p>
          <a:p>
            <a:pPr marL="342900" indent="-342900" defTabSz="914400">
              <a:lnSpc>
                <a:spcPct val="107000"/>
              </a:lnSpc>
              <a:spcAft>
                <a:spcPts val="799"/>
              </a:spcAft>
              <a:buAutoNum type="arabicPeriod"/>
            </a:pPr>
            <a:r>
              <a:rPr lang="ru-RU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Выделить финансовые и экономические реквизиты.</a:t>
            </a:r>
          </a:p>
          <a:p>
            <a:pPr marL="342900" indent="-342900">
              <a:lnSpc>
                <a:spcPct val="107000"/>
              </a:lnSpc>
              <a:spcAft>
                <a:spcPts val="799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Найти в интернете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полное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процесса работы с этим документом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07000"/>
              </a:lnSpc>
              <a:spcAft>
                <a:spcPts val="799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писать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помощью подходящего инструмента создания диаграмм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BPMN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изученный процесс.</a:t>
            </a:r>
          </a:p>
          <a:p>
            <a:pPr marL="342900" indent="-342900">
              <a:lnSpc>
                <a:spcPct val="107000"/>
              </a:lnSpc>
              <a:spcAft>
                <a:spcPts val="799"/>
              </a:spcAft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соответствующую базу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07000"/>
              </a:lnSpc>
              <a:spcAft>
                <a:spcPts val="799"/>
              </a:spcAft>
              <a:buAutoNum type="arabicPeriod"/>
            </a:pPr>
            <a:r>
              <a:rPr lang="ru-RU" sz="2000" b="0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Ответить на контрольные вопросы.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4B50A089-30B1-4288-A486-CDD5E5CC5AB5}" type="slidenum"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19" y="1057079"/>
            <a:ext cx="11221612" cy="11212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Реквизитный анализ </a:t>
            </a:r>
            <a:r>
              <a:rPr lang="ru-RU" sz="3600" b="1" dirty="0">
                <a:solidFill>
                  <a:srgbClr val="000000"/>
                </a:solidFill>
                <a:latin typeface="Times New Roman"/>
              </a:rPr>
              <a:t>товарной накладной (ТОРГ-12)</a:t>
            </a:r>
            <a:endParaRPr lang="ru-RU" sz="3600" dirty="0">
              <a:solidFill>
                <a:srgbClr val="000000"/>
              </a:solidFill>
            </a:endParaRPr>
          </a:p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4</a:t>
            </a:fld>
            <a:endParaRPr/>
          </a:p>
        </p:txBody>
      </p:sp>
      <p:sp>
        <p:nvSpPr>
          <p:cNvPr id="4" name="Прямоугольник 3"/>
          <p:cNvSpPr/>
          <p:nvPr/>
        </p:nvSpPr>
        <p:spPr>
          <a:xfrm>
            <a:off x="900719" y="1818020"/>
            <a:ext cx="1103873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составе этого документа мы видим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заголовочной части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(содержащую реквизиты общего характера, тип 1, относящиеся ко всему документу, "Наименование Грузоотправителя (Поставщик)", "Адрес Грузоотправителя (Поставщик)", "Номер Товарной Накладной", "Дата Составления Накладной", "Наименование Грузополучателя", "Адрес Грузополучателя", "Основание (Договор, Заказ) №", "Плательщик") и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(содержащую информацию о суммах и финансовых значениях, "Общая Сумма Без НДС", "Общая Сумма НДС", "Общая Сумма С НДС". Предметные строки (тип 2) содержат данные о товаре и их реквизиты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Номер по порядку,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Наименование, характеристика, сорт товара,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Код товара,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Единица измерения,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Вид упаковки,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Количество, штук,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Количество (отпущено),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Цена, руб. коп. Оформительские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заверительные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реквизиты (тип 3) имеются как в общей части – подписи  поставщика и грузополучателя,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Разрешил отпуск,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Груз произвел и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Подпись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грузополучателя.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627480"/>
            <a:ext cx="11221612" cy="11212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Реквизитный анализ </a:t>
            </a:r>
            <a:r>
              <a:rPr lang="ru-RU" sz="3600" b="1" dirty="0">
                <a:solidFill>
                  <a:srgbClr val="000000"/>
                </a:solidFill>
                <a:latin typeface="Times New Roman"/>
              </a:rPr>
              <a:t>товарной накладной (ТОРГ-12)</a:t>
            </a:r>
            <a:endParaRPr lang="ru-RU" sz="3600" dirty="0">
              <a:solidFill>
                <a:srgbClr val="000000"/>
              </a:solidFill>
            </a:endParaRPr>
          </a:p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5</a:t>
            </a:fld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413" y="1299369"/>
            <a:ext cx="10944225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015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627480"/>
            <a:ext cx="11221612" cy="11212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Реквизитный анализ </a:t>
            </a:r>
            <a:r>
              <a:rPr lang="ru-RU" sz="3600" b="1" dirty="0">
                <a:solidFill>
                  <a:srgbClr val="000000"/>
                </a:solidFill>
                <a:latin typeface="Times New Roman"/>
              </a:rPr>
              <a:t>товарной накладной (ТОРГ-12)</a:t>
            </a:r>
            <a:endParaRPr lang="ru-RU" sz="3600" dirty="0">
              <a:solidFill>
                <a:srgbClr val="000000"/>
              </a:solidFill>
            </a:endParaRPr>
          </a:p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6</a:t>
            </a:fld>
            <a:endParaRPr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20" y="1610519"/>
            <a:ext cx="10944225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39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627480"/>
            <a:ext cx="11221612" cy="11212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Реквизитный анализ </a:t>
            </a:r>
            <a:r>
              <a:rPr lang="ru-RU" sz="3600" b="1" dirty="0">
                <a:solidFill>
                  <a:srgbClr val="000000"/>
                </a:solidFill>
                <a:latin typeface="Times New Roman"/>
              </a:rPr>
              <a:t>товарной накладной (ТОРГ-12)</a:t>
            </a:r>
            <a:endParaRPr lang="ru-RU" sz="3600" dirty="0">
              <a:solidFill>
                <a:srgbClr val="000000"/>
              </a:solidFill>
            </a:endParaRPr>
          </a:p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7</a:t>
            </a:fld>
            <a:endParaRPr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63" y="1562364"/>
            <a:ext cx="11479469" cy="446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0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627480"/>
            <a:ext cx="11221612" cy="11212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Реквизитный анализ </a:t>
            </a:r>
            <a:r>
              <a:rPr lang="ru-RU" sz="3600" b="1" dirty="0">
                <a:solidFill>
                  <a:srgbClr val="000000"/>
                </a:solidFill>
                <a:latin typeface="Times New Roman"/>
              </a:rPr>
              <a:t>товарной накладной (ТОРГ-12)</a:t>
            </a:r>
            <a:endParaRPr lang="ru-RU" sz="3600" dirty="0">
              <a:solidFill>
                <a:srgbClr val="000000"/>
              </a:solidFill>
            </a:endParaRPr>
          </a:p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8</a:t>
            </a:fld>
            <a:endParaRPr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79" y="1748769"/>
            <a:ext cx="11478353" cy="413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324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439600"/>
            <a:ext cx="11221612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Финансовые </a:t>
            </a:r>
            <a:r>
              <a:rPr lang="ru-RU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экономические реквизиты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9</a:t>
            </a:fld>
            <a:endParaRPr/>
          </a:p>
        </p:txBody>
      </p:sp>
      <p:sp>
        <p:nvSpPr>
          <p:cNvPr id="4" name="Прямоугольник 3"/>
          <p:cNvSpPr/>
          <p:nvPr/>
        </p:nvSpPr>
        <p:spPr>
          <a:xfrm>
            <a:off x="256186" y="1082120"/>
            <a:ext cx="12510679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Экономические реквизиты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те, которые характеризуют качественную сторону хозяйственной операции, идентифицируют объекты, участников и условия сделки, но не несут прямой стоимостной или расчетной нагрузки (в контексте затрат/прибыли). К ним относятся все реквизиты-признаки. В данном документе к экономическим реквизитам относятся: Номер документа (258), Дата составления (01.03.2023), Код по ОКУД и ОКПО, наименования и реквизиты организаций (Грузоотправитель ООО “Весна”, Грузополучатель ООО “Март”), ИНН/КПП этих организаций, основание (номер и дата договора 15 от 13.02.2023), а также все реквизиты, идентифицирующие товар в табличной части: Номер по порядку (1, 2), Наименование товара (“Салатник ‘Цветок’”), Единица измерения (“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 и Код по ОКЕИ (796). Также к ним относятся количественные характеристики, которые не являются стоимостью, например, Количество мест и Масса брутто. Эти реквизиты служат для логической обработки, поиска и группировки данных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Финансовые реквизиты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те, которые несут в себе количественную сторону операции, выраженную в денежных единицах или процентах, то есть являются реквизитами-основаниями или показателями, рассчитанными на их основе. К ним относятся: Цена за единицу товара (500.00 руб. коп. для салатника), Сумма без учета НДС (5,000.00 руб. коп.), Ставка НДС в процентах (20%), Сумма НДС (1,000.00 руб. коп.) и итоговая Сумма с учетом НДС (6,000.00 руб. коп.). Финансовые реквизиты являются основой для учета, расчетов и контроля стоимости имущества. К финансовым показателям также относятся итоговые суммарные значения в подвале документа: Итоговая Сумма без учета НДС (9,250.00), Итоговый НДС (1,850.00) и Общая сумма (11,100.00), так как они обобщают стоимостные характеристики всей отгрузки. Банковские реквизиты (расчетные счета, БИК) также относятся к финансово-управленческим, поскольку определяют порядок движения денежных средств.</a:t>
            </a:r>
          </a:p>
        </p:txBody>
      </p:sp>
    </p:spTree>
    <p:extLst>
      <p:ext uri="{BB962C8B-B14F-4D97-AF65-F5344CB8AC3E}">
        <p14:creationId xmlns:p14="http://schemas.microsoft.com/office/powerpoint/2010/main" val="232165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19" y="1057079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/>
                <a:ea typeface="Microsoft YaHei"/>
              </a:rPr>
              <a:t>Процесс работы с товарной накладной (ТОРГ-12)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10</a:t>
            </a:fld>
            <a:endParaRPr/>
          </a:p>
        </p:txBody>
      </p:sp>
      <p:sp>
        <p:nvSpPr>
          <p:cNvPr id="3" name="Прямоугольник 2"/>
          <p:cNvSpPr/>
          <p:nvPr/>
        </p:nvSpPr>
        <p:spPr>
          <a:xfrm>
            <a:off x="900719" y="1833567"/>
            <a:ext cx="6480175" cy="41919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Подготовка 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 Заполнение 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накладной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3. 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Подписание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стороны 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продавца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 стороны 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покупателя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Оформление 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экземпляров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5. 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и проверка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при 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приёмке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 Хранение</a:t>
            </a:r>
            <a:endParaRPr lang="ru-RU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15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19" y="1057079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/>
                <a:ea typeface="Microsoft YaHei"/>
              </a:rPr>
              <a:t>Назначение и особенности стандарта </a:t>
            </a:r>
            <a:r>
              <a:rPr lang="en-US" sz="3600" b="1" dirty="0" smtClean="0">
                <a:solidFill>
                  <a:srgbClr val="000000"/>
                </a:solidFill>
                <a:latin typeface="Times New Roman"/>
                <a:ea typeface="Microsoft YaHei"/>
              </a:rPr>
              <a:t>BPMN 2</a:t>
            </a:r>
            <a:r>
              <a:rPr lang="ru-RU" sz="3600" b="1" dirty="0" smtClean="0">
                <a:solidFill>
                  <a:srgbClr val="000000"/>
                </a:solidFill>
                <a:latin typeface="Times New Roman"/>
                <a:ea typeface="Microsoft YaHei"/>
              </a:rPr>
              <a:t>.0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11</a:t>
            </a:fld>
            <a:endParaRPr/>
          </a:p>
        </p:txBody>
      </p:sp>
      <p:sp>
        <p:nvSpPr>
          <p:cNvPr id="4" name="Прямоугольник 3"/>
          <p:cNvSpPr/>
          <p:nvPr/>
        </p:nvSpPr>
        <p:spPr>
          <a:xfrm>
            <a:off x="766355" y="1828519"/>
            <a:ext cx="11739154" cy="4151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BPMN (</a:t>
            </a:r>
            <a:r>
              <a:rPr lang="ru-RU" b="1" dirty="0" err="1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Business</a:t>
            </a:r>
            <a:r>
              <a:rPr lang="ru-RU" b="1" dirty="0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Process</a:t>
            </a:r>
            <a:r>
              <a:rPr lang="ru-RU" b="1" dirty="0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</a:t>
            </a:r>
            <a:r>
              <a:rPr lang="ru-RU" b="1" dirty="0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ru-RU" b="1" dirty="0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Notation</a:t>
            </a:r>
            <a:r>
              <a:rPr lang="ru-RU" b="1" dirty="0">
                <a:solidFill>
                  <a:srgbClr val="21252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— это графический стандарт для моделирования бизнес-процессов. </a:t>
            </a:r>
            <a:endParaRPr lang="ru-RU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Он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позволяет наглядно изобразить последовательность действий, участников (пулы/дорожки), события (начало, конец, сообщения) и шлюзы (условия принятия решений).</a:t>
            </a:r>
            <a:r>
              <a:rPr lang="ru-RU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u="sng" spc="15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Ключевые </a:t>
            </a:r>
            <a:r>
              <a:rPr lang="ru-RU" u="sng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элементы:</a:t>
            </a:r>
            <a:endParaRPr lang="ru-RU" u="sng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события</a:t>
            </a:r>
            <a:r>
              <a:rPr lang="ru-RU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(начало/конец процесса, промежуточные события);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(элементарные действия в процессе);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потоки данных</a:t>
            </a:r>
            <a:r>
              <a:rPr lang="ru-RU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(передача информации между задачами);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шлюзы</a:t>
            </a:r>
            <a:r>
              <a:rPr lang="ru-RU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(точки принятия решений, ветвления/слияния потоков);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пулы и дорожки</a:t>
            </a:r>
            <a:r>
              <a:rPr lang="ru-RU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(разделение ролей участников процесса).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u="sng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Цель BPMN 2.0 </a:t>
            </a:r>
            <a:r>
              <a:rPr lang="ru-RU" spc="15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визуализация процесса для анализа, оптимизации и автоматизации.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080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19" y="1057079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3600" b="1" dirty="0" smtClean="0">
                <a:solidFill>
                  <a:srgbClr val="000000"/>
                </a:solidFill>
                <a:latin typeface="Times New Roman"/>
                <a:ea typeface="Microsoft YaHei"/>
              </a:rPr>
              <a:t>BPMN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12</a:t>
            </a:fld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2523"/>
          <a:stretch/>
        </p:blipFill>
        <p:spPr>
          <a:xfrm>
            <a:off x="539930" y="2092763"/>
            <a:ext cx="12137635" cy="340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01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447583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13</a:t>
            </a:fld>
            <a:endParaRPr/>
          </a:p>
        </p:txBody>
      </p:sp>
      <p:sp>
        <p:nvSpPr>
          <p:cNvPr id="3" name="Прямоугольник 2"/>
          <p:cNvSpPr/>
          <p:nvPr/>
        </p:nvSpPr>
        <p:spPr>
          <a:xfrm>
            <a:off x="452624" y="1053668"/>
            <a:ext cx="122706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Концептуальное </a:t>
            </a:r>
            <a:r>
              <a:rPr lang="ru-RU" b="1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</a:t>
            </a:r>
            <a:endParaRPr lang="ru-RU" b="1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этом этапе мы определяем сущности (объекты, в которых хранится информация) и связи между ними, не обращая внимания на детали реализации (СУБД, типы данных).</a:t>
            </a:r>
          </a:p>
          <a:p>
            <a:r>
              <a:rPr lang="ru-RU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u="sng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сущностей</a:t>
            </a:r>
          </a:p>
          <a:p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Исходя из анализа реквизитов ТОРГ-12, нам необходимы следующие основные сущности: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ДОКУМЕНТ_НАКЛАДНАЯ (UPD_DOCUMENT): Содержит общие реквизиты (номер, дата, стороны).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КОНТРАКТЕР (CONTRACTOR): Содержит полные реквизиты Продавца и Покупателя (ИНН, адрес, банк).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НОМЕНКЛАТУРА (ITEM): Содержит справочную информацию о товарах (артикул, наименование).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ПОЗИЦИЯ_НАКЛАДНОЙ (UPD_ITEM): Содержит детализированные (предметные) реквизиты, относящиеся к одной строке документа (количество, цена, сумма НДС</a:t>
            </a:r>
            <a:r>
              <a:rPr lang="ru-RU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связей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Связи показывают, как взаимодействуют сущности (один ко многим, многие ко многим):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ДОКУМЕНТ_НАКЛАДНАЯ  КОНТРАГЕНТ: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одной накладной указан один грузоотправитель (продавец) и один грузополучатель (покупатель). Связь «многие к одному» (М:1) для каждой стороны.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ДОКУМЕНТ_НАКЛАДНАЯ  ПОЗИЦИЯ_НАКЛАДНОЙ: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Одна накладная содержит множество строк (позиций). Связь «один ко многим» (1:М).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ПОЗИЦИЯ_НАКЛАДНОЙ  НОМЕНКЛАТУРА: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Каждая позиция в накладной относится к одному товару из справочника. Связь «многие к одному» (М:1).</a:t>
            </a:r>
          </a:p>
          <a:p>
            <a:endParaRPr lang="ru-RU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03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869650" y="528769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000750"/>
              </p:ext>
            </p:extLst>
          </p:nvPr>
        </p:nvGraphicFramePr>
        <p:xfrm>
          <a:off x="656409" y="2105912"/>
          <a:ext cx="11663364" cy="1954667"/>
        </p:xfrm>
        <a:graphic>
          <a:graphicData uri="http://schemas.openxmlformats.org/drawingml/2006/table">
            <a:tbl>
              <a:tblPr/>
              <a:tblGrid>
                <a:gridCol w="3887788">
                  <a:extLst>
                    <a:ext uri="{9D8B030D-6E8A-4147-A177-3AD203B41FA5}">
                      <a16:colId xmlns:a16="http://schemas.microsoft.com/office/drawing/2014/main" val="3032737605"/>
                    </a:ext>
                  </a:extLst>
                </a:gridCol>
                <a:gridCol w="3887788">
                  <a:extLst>
                    <a:ext uri="{9D8B030D-6E8A-4147-A177-3AD203B41FA5}">
                      <a16:colId xmlns:a16="http://schemas.microsoft.com/office/drawing/2014/main" val="2174303007"/>
                    </a:ext>
                  </a:extLst>
                </a:gridCol>
                <a:gridCol w="3887788">
                  <a:extLst>
                    <a:ext uri="{9D8B030D-6E8A-4147-A177-3AD203B41FA5}">
                      <a16:colId xmlns:a16="http://schemas.microsoft.com/office/drawing/2014/main" val="186543643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effectLst/>
                        </a:rPr>
                        <a:t>Атрибут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effectLst/>
                        </a:rPr>
                        <a:t>Назначение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>
                          <a:effectLst/>
                        </a:rPr>
                        <a:t>Ключ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1099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effectLst/>
                        </a:rPr>
                        <a:t>contractor_id</a:t>
                      </a:r>
                      <a:endParaRPr lang="en-US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Уникальный </a:t>
                      </a:r>
                      <a:r>
                        <a:rPr lang="en-US" sz="1800">
                          <a:effectLst/>
                        </a:rPr>
                        <a:t>ID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dirty="0" smtClean="0">
                          <a:effectLst/>
                        </a:rPr>
                        <a:t>Первичный</a:t>
                      </a:r>
                      <a:endParaRPr lang="ru-RU" sz="1800" b="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801737"/>
                  </a:ext>
                </a:extLst>
              </a:tr>
              <a:tr h="391682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inn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 smtClean="0">
                          <a:effectLst/>
                        </a:rPr>
                        <a:t>ИНН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Уникальный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508768"/>
                  </a:ext>
                </a:extLst>
              </a:tr>
              <a:tr h="465705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name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Наименование </a:t>
                      </a:r>
                      <a:r>
                        <a:rPr lang="ru-RU" sz="1800" dirty="0" smtClean="0">
                          <a:effectLst/>
                        </a:rPr>
                        <a:t>организации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80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2660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bank_details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Реквизиты банка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126047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656409" y="1670182"/>
            <a:ext cx="108852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CONTRACTOR (</a:t>
            </a:r>
            <a:r>
              <a:rPr lang="ru-RU" b="1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Контрагенты) </a:t>
            </a:r>
            <a:r>
              <a:rPr lang="ru-RU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Содержит </a:t>
            </a:r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информацию обо всех участниках сделки.</a:t>
            </a:r>
            <a:endParaRPr lang="ru-RU" b="0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56409" y="4348524"/>
            <a:ext cx="6480175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Таблица: ITEM (</a:t>
            </a:r>
            <a:r>
              <a:rPr lang="ru-RU" b="1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Номенклатура) </a:t>
            </a:r>
            <a:r>
              <a:rPr lang="ru-RU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Справочник </a:t>
            </a:r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товаров.</a:t>
            </a:r>
            <a:endParaRPr lang="ru-RU" b="0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549611"/>
              </p:ext>
            </p:extLst>
          </p:nvPr>
        </p:nvGraphicFramePr>
        <p:xfrm>
          <a:off x="656409" y="4784254"/>
          <a:ext cx="11663364" cy="1569559"/>
        </p:xfrm>
        <a:graphic>
          <a:graphicData uri="http://schemas.openxmlformats.org/drawingml/2006/table">
            <a:tbl>
              <a:tblPr/>
              <a:tblGrid>
                <a:gridCol w="3887788">
                  <a:extLst>
                    <a:ext uri="{9D8B030D-6E8A-4147-A177-3AD203B41FA5}">
                      <a16:colId xmlns:a16="http://schemas.microsoft.com/office/drawing/2014/main" val="3759789710"/>
                    </a:ext>
                  </a:extLst>
                </a:gridCol>
                <a:gridCol w="3887788">
                  <a:extLst>
                    <a:ext uri="{9D8B030D-6E8A-4147-A177-3AD203B41FA5}">
                      <a16:colId xmlns:a16="http://schemas.microsoft.com/office/drawing/2014/main" val="2464245599"/>
                    </a:ext>
                  </a:extLst>
                </a:gridCol>
                <a:gridCol w="3887788">
                  <a:extLst>
                    <a:ext uri="{9D8B030D-6E8A-4147-A177-3AD203B41FA5}">
                      <a16:colId xmlns:a16="http://schemas.microsoft.com/office/drawing/2014/main" val="40809917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ru-RU" sz="1800" b="1">
                          <a:effectLst/>
                        </a:rPr>
                        <a:t>Атрибут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>
                          <a:effectLst/>
                        </a:rPr>
                        <a:t>Назначение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effectLst/>
                        </a:rPr>
                        <a:t>Ключ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56189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item_id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Уникальный </a:t>
                      </a:r>
                      <a:r>
                        <a:rPr lang="en-US" sz="1800">
                          <a:effectLst/>
                        </a:rPr>
                        <a:t>ID </a:t>
                      </a:r>
                      <a:r>
                        <a:rPr lang="ru-RU" sz="1800">
                          <a:effectLst/>
                        </a:rPr>
                        <a:t>товара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 smtClean="0">
                          <a:effectLst/>
                        </a:rPr>
                        <a:t>Первичный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0252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sku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 smtClean="0">
                          <a:effectLst/>
                        </a:rPr>
                        <a:t>Артикул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Уникальный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45951"/>
                  </a:ext>
                </a:extLst>
              </a:tr>
              <a:tr h="472279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effectLst/>
                        </a:rPr>
                        <a:t>item_name</a:t>
                      </a:r>
                      <a:endParaRPr lang="en-US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Полное </a:t>
                      </a:r>
                      <a:r>
                        <a:rPr lang="ru-RU" sz="1800" dirty="0" smtClean="0">
                          <a:effectLst/>
                        </a:rPr>
                        <a:t>наименование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508705"/>
                  </a:ext>
                </a:extLst>
              </a:tr>
            </a:tbl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656409" y="3958960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ru-RU" altLang="ru-RU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ru-RU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56409" y="1218467"/>
            <a:ext cx="31529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Логическое проектирование</a:t>
            </a:r>
            <a:endParaRPr lang="ru-RU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71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447583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15</a:t>
            </a:fld>
            <a:endParaRPr/>
          </a:p>
        </p:txBody>
      </p:sp>
      <p:sp>
        <p:nvSpPr>
          <p:cNvPr id="4" name="Прямоугольник 3"/>
          <p:cNvSpPr/>
          <p:nvPr/>
        </p:nvSpPr>
        <p:spPr>
          <a:xfrm>
            <a:off x="532980" y="1519531"/>
            <a:ext cx="87254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12529"/>
                </a:solidFill>
                <a:latin typeface="Poppins"/>
              </a:rPr>
              <a:t>Таблица: UPD_DOCUMENT (Основной </a:t>
            </a:r>
            <a:r>
              <a:rPr lang="ru-RU" b="1" dirty="0" smtClean="0">
                <a:solidFill>
                  <a:srgbClr val="212529"/>
                </a:solidFill>
                <a:latin typeface="Poppins"/>
              </a:rPr>
              <a:t>документ) </a:t>
            </a:r>
            <a:r>
              <a:rPr lang="ru-RU" dirty="0" smtClean="0">
                <a:solidFill>
                  <a:srgbClr val="212529"/>
                </a:solidFill>
                <a:latin typeface="-apple-system"/>
              </a:rPr>
              <a:t>Содержит </a:t>
            </a:r>
            <a:r>
              <a:rPr lang="ru-RU" dirty="0">
                <a:solidFill>
                  <a:srgbClr val="212529"/>
                </a:solidFill>
                <a:latin typeface="-apple-system"/>
              </a:rPr>
              <a:t>шапку ТОРГ-12.</a:t>
            </a:r>
            <a:endParaRPr lang="ru-RU" b="0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574204"/>
              </p:ext>
            </p:extLst>
          </p:nvPr>
        </p:nvGraphicFramePr>
        <p:xfrm>
          <a:off x="647700" y="2297090"/>
          <a:ext cx="11663364" cy="3067390"/>
        </p:xfrm>
        <a:graphic>
          <a:graphicData uri="http://schemas.openxmlformats.org/drawingml/2006/table">
            <a:tbl>
              <a:tblPr/>
              <a:tblGrid>
                <a:gridCol w="3887788">
                  <a:extLst>
                    <a:ext uri="{9D8B030D-6E8A-4147-A177-3AD203B41FA5}">
                      <a16:colId xmlns:a16="http://schemas.microsoft.com/office/drawing/2014/main" val="1589585637"/>
                    </a:ext>
                  </a:extLst>
                </a:gridCol>
                <a:gridCol w="3887788">
                  <a:extLst>
                    <a:ext uri="{9D8B030D-6E8A-4147-A177-3AD203B41FA5}">
                      <a16:colId xmlns:a16="http://schemas.microsoft.com/office/drawing/2014/main" val="209044859"/>
                    </a:ext>
                  </a:extLst>
                </a:gridCol>
                <a:gridCol w="3887788">
                  <a:extLst>
                    <a:ext uri="{9D8B030D-6E8A-4147-A177-3AD203B41FA5}">
                      <a16:colId xmlns:a16="http://schemas.microsoft.com/office/drawing/2014/main" val="283879979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ru-RU" sz="1800" b="1">
                          <a:effectLst/>
                        </a:rPr>
                        <a:t>Атрибут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>
                          <a:effectLst/>
                        </a:rPr>
                        <a:t>Назначение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>
                          <a:effectLst/>
                        </a:rPr>
                        <a:t>Ключ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351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upd_id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Уникальный </a:t>
                      </a:r>
                      <a:r>
                        <a:rPr lang="en-US" sz="1800">
                          <a:effectLst/>
                        </a:rPr>
                        <a:t>ID </a:t>
                      </a:r>
                      <a:r>
                        <a:rPr lang="ru-RU" sz="1800">
                          <a:effectLst/>
                        </a:rPr>
                        <a:t>накладной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dirty="0" smtClean="0">
                          <a:effectLst/>
                        </a:rPr>
                        <a:t>Первичный</a:t>
                      </a:r>
                      <a:endParaRPr lang="ru-RU" sz="1800" b="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2317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doc_number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Номер </a:t>
                      </a:r>
                      <a:r>
                        <a:rPr lang="ru-RU" sz="1800" dirty="0" smtClean="0">
                          <a:effectLst/>
                        </a:rPr>
                        <a:t>документа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Уникальный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3061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doc_date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Дата </a:t>
                      </a:r>
                      <a:r>
                        <a:rPr lang="ru-RU" sz="1800" dirty="0" smtClean="0">
                          <a:effectLst/>
                        </a:rPr>
                        <a:t>составления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80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6243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sender_id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Ссылка на грузоотправителя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dirty="0" smtClean="0">
                          <a:effectLst/>
                        </a:rPr>
                        <a:t>Внешний</a:t>
                      </a:r>
                      <a:r>
                        <a:rPr lang="en-US" sz="1800" dirty="0">
                          <a:effectLst/>
                        </a:rPr>
                        <a:t> </a:t>
                      </a:r>
                      <a:r>
                        <a:rPr lang="ru-RU" sz="1800" dirty="0">
                          <a:effectLst/>
                        </a:rPr>
                        <a:t>к </a:t>
                      </a:r>
                      <a:r>
                        <a:rPr lang="en-US" sz="1800" dirty="0">
                          <a:effectLst/>
                        </a:rPr>
                        <a:t>CONTRACTOR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8666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receiver_id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Ссылка на Грузополучателя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dirty="0" smtClean="0">
                          <a:effectLst/>
                        </a:rPr>
                        <a:t>Внешний</a:t>
                      </a:r>
                      <a:r>
                        <a:rPr lang="en-US" sz="1800" dirty="0">
                          <a:effectLst/>
                        </a:rPr>
                        <a:t> </a:t>
                      </a:r>
                      <a:r>
                        <a:rPr lang="ru-RU" sz="1800" dirty="0">
                          <a:effectLst/>
                        </a:rPr>
                        <a:t>к </a:t>
                      </a:r>
                      <a:r>
                        <a:rPr lang="en-US" sz="1800" dirty="0">
                          <a:effectLst/>
                        </a:rPr>
                        <a:t>CONTRACTOR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6448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basis_doc_ref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Ссылка на договор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80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159029"/>
                  </a:ext>
                </a:extLst>
              </a:tr>
              <a:tr h="50707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total_amount_vat_included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Итоговая сумма с </a:t>
                      </a:r>
                      <a:r>
                        <a:rPr lang="ru-RU" sz="1800" dirty="0" smtClean="0">
                          <a:effectLst/>
                        </a:rPr>
                        <a:t>НДС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500450"/>
                  </a:ext>
                </a:extLst>
              </a:tr>
            </a:tbl>
          </a:graphicData>
        </a:graphic>
      </p:graphicFrame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647700" y="1982788"/>
            <a:ext cx="12960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6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447583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16</a:t>
            </a:fld>
            <a:endParaRPr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647700" y="1982788"/>
            <a:ext cx="12960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7390" y="1336457"/>
            <a:ext cx="12252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12529"/>
                </a:solidFill>
                <a:latin typeface="Poppins"/>
              </a:rPr>
              <a:t>Таблица: UPD_ITEMS (Позиции </a:t>
            </a:r>
            <a:r>
              <a:rPr lang="ru-RU" b="1" dirty="0" smtClean="0">
                <a:solidFill>
                  <a:srgbClr val="212529"/>
                </a:solidFill>
                <a:latin typeface="Poppins"/>
              </a:rPr>
              <a:t>документа) </a:t>
            </a:r>
            <a:r>
              <a:rPr lang="ru-RU" dirty="0" smtClean="0">
                <a:solidFill>
                  <a:srgbClr val="212529"/>
                </a:solidFill>
                <a:latin typeface="-apple-system"/>
              </a:rPr>
              <a:t>Содержит </a:t>
            </a:r>
            <a:r>
              <a:rPr lang="ru-RU" dirty="0">
                <a:solidFill>
                  <a:srgbClr val="212529"/>
                </a:solidFill>
                <a:latin typeface="-apple-system"/>
              </a:rPr>
              <a:t>подробные финансовые и экономические реквизиты каждой строки.</a:t>
            </a:r>
            <a:endParaRPr lang="ru-RU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881989"/>
              </p:ext>
            </p:extLst>
          </p:nvPr>
        </p:nvGraphicFramePr>
        <p:xfrm>
          <a:off x="647700" y="2400800"/>
          <a:ext cx="11663364" cy="3686492"/>
        </p:xfrm>
        <a:graphic>
          <a:graphicData uri="http://schemas.openxmlformats.org/drawingml/2006/table">
            <a:tbl>
              <a:tblPr/>
              <a:tblGrid>
                <a:gridCol w="3887788">
                  <a:extLst>
                    <a:ext uri="{9D8B030D-6E8A-4147-A177-3AD203B41FA5}">
                      <a16:colId xmlns:a16="http://schemas.microsoft.com/office/drawing/2014/main" val="3425489327"/>
                    </a:ext>
                  </a:extLst>
                </a:gridCol>
                <a:gridCol w="3887788">
                  <a:extLst>
                    <a:ext uri="{9D8B030D-6E8A-4147-A177-3AD203B41FA5}">
                      <a16:colId xmlns:a16="http://schemas.microsoft.com/office/drawing/2014/main" val="1939637734"/>
                    </a:ext>
                  </a:extLst>
                </a:gridCol>
                <a:gridCol w="3887788">
                  <a:extLst>
                    <a:ext uri="{9D8B030D-6E8A-4147-A177-3AD203B41FA5}">
                      <a16:colId xmlns:a16="http://schemas.microsoft.com/office/drawing/2014/main" val="304022145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ru-RU" sz="1800" b="1">
                          <a:effectLst/>
                        </a:rPr>
                        <a:t>Атрибут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>
                          <a:effectLst/>
                        </a:rPr>
                        <a:t>Назначение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>
                          <a:effectLst/>
                        </a:rPr>
                        <a:t>Ключ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8395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item_line_id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Уникальный </a:t>
                      </a:r>
                      <a:r>
                        <a:rPr lang="en-US" sz="1800">
                          <a:effectLst/>
                        </a:rPr>
                        <a:t>ID </a:t>
                      </a:r>
                      <a:r>
                        <a:rPr lang="ru-RU" sz="1800">
                          <a:effectLst/>
                        </a:rPr>
                        <a:t>строки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dirty="0" smtClean="0">
                          <a:effectLst/>
                        </a:rPr>
                        <a:t>Первичный</a:t>
                      </a:r>
                      <a:endParaRPr lang="ru-RU" sz="1800" b="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45144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upd_id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Ссылка на родительский документ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dirty="0" smtClean="0">
                          <a:effectLst/>
                        </a:rPr>
                        <a:t>Внешний</a:t>
                      </a:r>
                      <a:r>
                        <a:rPr lang="en-US" sz="1800" b="0" dirty="0">
                          <a:effectLst/>
                        </a:rPr>
                        <a:t> </a:t>
                      </a:r>
                      <a:r>
                        <a:rPr lang="ru-RU" sz="1800" b="0" dirty="0">
                          <a:effectLst/>
                        </a:rPr>
                        <a:t>к </a:t>
                      </a:r>
                      <a:r>
                        <a:rPr lang="en-US" sz="1800" b="0" dirty="0">
                          <a:effectLst/>
                        </a:rPr>
                        <a:t>UPD_DOCUMENT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4232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item_id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>
                          <a:effectLst/>
                        </a:rPr>
                        <a:t>Ссылка на товар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dirty="0" smtClean="0">
                          <a:effectLst/>
                        </a:rPr>
                        <a:t>Внешний</a:t>
                      </a:r>
                      <a:r>
                        <a:rPr lang="en-US" sz="1800" b="0" dirty="0">
                          <a:effectLst/>
                        </a:rPr>
                        <a:t> </a:t>
                      </a:r>
                      <a:r>
                        <a:rPr lang="ru-RU" sz="1800" b="0" dirty="0">
                          <a:effectLst/>
                        </a:rPr>
                        <a:t>к </a:t>
                      </a:r>
                      <a:r>
                        <a:rPr lang="en-US" sz="1800" b="0" dirty="0">
                          <a:effectLst/>
                        </a:rPr>
                        <a:t>ITEM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6595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effectLst/>
                        </a:rPr>
                        <a:t>quantity</a:t>
                      </a: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 smtClean="0">
                          <a:effectLst/>
                        </a:rPr>
                        <a:t>Количество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2765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 err="1">
                          <a:effectLst/>
                        </a:rPr>
                        <a:t>unit_price_no_vat</a:t>
                      </a:r>
                      <a:endParaRPr lang="en-US" sz="1800" b="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Цена без </a:t>
                      </a:r>
                      <a:r>
                        <a:rPr lang="ru-RU" sz="1800" dirty="0" smtClean="0">
                          <a:effectLst/>
                        </a:rPr>
                        <a:t>НДС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646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 err="1">
                          <a:effectLst/>
                        </a:rPr>
                        <a:t>vat_rate</a:t>
                      </a:r>
                      <a:endParaRPr lang="en-US" sz="1800" b="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Ставка </a:t>
                      </a:r>
                      <a:r>
                        <a:rPr lang="ru-RU" sz="1800" dirty="0" smtClean="0">
                          <a:effectLst/>
                        </a:rPr>
                        <a:t>НДС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8398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 err="1">
                          <a:effectLst/>
                        </a:rPr>
                        <a:t>vat_amount</a:t>
                      </a:r>
                      <a:endParaRPr lang="en-US" sz="1800" b="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Сумма </a:t>
                      </a:r>
                      <a:r>
                        <a:rPr lang="ru-RU" sz="1800" dirty="0" smtClean="0">
                          <a:effectLst/>
                        </a:rPr>
                        <a:t>НДС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775354"/>
                  </a:ext>
                </a:extLst>
              </a:tr>
              <a:tr h="486092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 err="1">
                          <a:effectLst/>
                        </a:rPr>
                        <a:t>line_total_vat_included</a:t>
                      </a:r>
                      <a:endParaRPr lang="en-US" sz="1800" b="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Итоговая сумма по </a:t>
                      </a:r>
                      <a:r>
                        <a:rPr lang="ru-RU" sz="1800" dirty="0" smtClean="0">
                          <a:effectLst/>
                        </a:rPr>
                        <a:t>строке</a:t>
                      </a:r>
                      <a:endParaRPr lang="ru-RU" sz="1800" dirty="0">
                        <a:effectLst/>
                      </a:endParaRPr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99060" marR="99060" anchor="ctr">
                    <a:lnL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746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5088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447583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17</a:t>
            </a:fld>
            <a:endParaRPr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996043" y="1982788"/>
            <a:ext cx="12960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32980" y="1234491"/>
            <a:ext cx="3861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rgbClr val="212529"/>
                </a:solidFill>
                <a:latin typeface="Poppins"/>
              </a:rPr>
              <a:t>Физическое проектирование</a:t>
            </a:r>
            <a:endParaRPr lang="ru-RU" sz="2000" b="1" i="0" dirty="0">
              <a:solidFill>
                <a:srgbClr val="212529"/>
              </a:solidFill>
              <a:effectLst/>
              <a:latin typeface="Poppins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664" b="1373"/>
          <a:stretch/>
        </p:blipFill>
        <p:spPr>
          <a:xfrm>
            <a:off x="6065124" y="1053668"/>
            <a:ext cx="6305007" cy="527258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85381" y="3138855"/>
            <a:ext cx="58482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таблиц </a:t>
            </a:r>
            <a:r>
              <a:rPr lang="ru-RU" sz="2000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CONTRACTOR (Контрагенты</a:t>
            </a:r>
            <a:r>
              <a:rPr lang="ru-RU" sz="2000" b="1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2000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000" b="1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 (Номенклатура)</a:t>
            </a:r>
            <a:r>
              <a:rPr lang="ru-RU" sz="2000" b="1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2598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447583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18</a:t>
            </a:fld>
            <a:endParaRPr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647700" y="1982788"/>
            <a:ext cx="12960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47700" y="1234491"/>
            <a:ext cx="71862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таблицы </a:t>
            </a:r>
            <a:r>
              <a:rPr lang="ru-RU" sz="2000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UPD_DOCUMENT (Основной документ) </a:t>
            </a:r>
            <a:endParaRPr lang="ru-RU" sz="2000" b="1" dirty="0" smtClean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905" y="1982788"/>
            <a:ext cx="885825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47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447583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19</a:t>
            </a:fld>
            <a:endParaRPr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647700" y="1982788"/>
            <a:ext cx="12960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47700" y="1234491"/>
            <a:ext cx="64983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таблицы </a:t>
            </a:r>
            <a:r>
              <a:rPr lang="ru-RU" sz="2000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UPD_ITEMS (Позиции документа) </a:t>
            </a:r>
            <a:endParaRPr lang="ru-RU" sz="2000" b="1" dirty="0" smtClean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896" y="1815424"/>
            <a:ext cx="901065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097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447583"/>
            <a:ext cx="10733931" cy="6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20</a:t>
            </a:fld>
            <a:endParaRPr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647700" y="1982788"/>
            <a:ext cx="12960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47700" y="1356545"/>
            <a:ext cx="100637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создана база данных </a:t>
            </a:r>
            <a:r>
              <a:rPr lang="en-US" sz="2000" dirty="0" err="1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second_lab</a:t>
            </a:r>
            <a:r>
              <a:rPr lang="en-US" sz="2000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 четырех, связанных друг с другом таблиц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750" y="2563721"/>
            <a:ext cx="6991561" cy="286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8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TextBox 1"/>
          <p:cNvSpPr/>
          <p:nvPr/>
        </p:nvSpPr>
        <p:spPr>
          <a:xfrm>
            <a:off x="635400" y="92844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F3B01CDA-30C6-4ABC-8184-E4CF20EABC43}" type="slidenum">
              <a:t>21</a:t>
            </a:fld>
            <a:endParaRPr/>
          </a:p>
        </p:txBody>
      </p:sp>
      <p:sp>
        <p:nvSpPr>
          <p:cNvPr id="3" name="Прямоугольник 2"/>
          <p:cNvSpPr/>
          <p:nvPr/>
        </p:nvSpPr>
        <p:spPr>
          <a:xfrm>
            <a:off x="478972" y="1849815"/>
            <a:ext cx="1228779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Соотношение понятий информации и данных. Что мы ищем в Интернете?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Данные — сырые, необработанные факты (числа, текст, символы).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 — обработанные, структурированные данные, имеющие смысл в контексте.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 Интернете мы ищем информацию, потому что</a:t>
            </a: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нам нужны осмысленные ответы на вопросы, а не просто наборы данных. Данные становятся информацией после их интерпретации и применения.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Понятия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«информация», «данные», «экономическая информация»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 — факты без контекста (например, число 100 000).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 — данные с контекстом (например, «выручка компании за январь — 100 000 руб.»).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Экономическая информация — информация о финансово‑хозяйственной деятельности (цены, объёмы продаж, затраты).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достоверность;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полнота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релевантность.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Область применения: бухгалтерский учёт, анализ рынка, планирование бюджета.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96F7A0EA-0E55-4CC1-BA43-913D1C1A3F90}" type="slidenum">
              <a:t>22</a:t>
            </a:fld>
            <a:endParaRPr/>
          </a:p>
        </p:txBody>
      </p:sp>
      <p:sp>
        <p:nvSpPr>
          <p:cNvPr id="6" name="TextBox 1"/>
          <p:cNvSpPr/>
          <p:nvPr/>
        </p:nvSpPr>
        <p:spPr>
          <a:xfrm>
            <a:off x="635400" y="92844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35400" y="1720023"/>
            <a:ext cx="1164336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Виды экономической информации по функциям управления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плановая (бюджеты, прогнозы);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учётная (бухгалтерский, оперативный учёт);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нормативно‑справочная (стандарты, тарифы);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отчётно‑статистическая (отчёты в госорганы);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аналитическая (анализы, рейтинги).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 Что включает учётная информация?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данные бухгалтерского учёта (проводки, баланс);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оперативный учёт (движение товаров, сырья);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кадровый учёт (штатное расписание, зарплаты);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налоговый учёт (налоговые декларации).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Особенности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нормативно‑справочной и отчётно‑статистической информации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Нормативно‑справочная: стабильна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во времени (ГОСТы, классификаторы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используется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многократно; служит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основой для других расчётов.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Отчётно‑статистическая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формируется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периодически (ежемесячно, ежегодно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отражает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итоги 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деятельности; предоставляется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 госорганы (ФНС, Росстат).</a:t>
            </a:r>
          </a:p>
          <a:p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BFAF9745-E5AB-4204-A3F6-9139D12B2791}" type="slidenum">
              <a:t>23</a:t>
            </a:fld>
            <a:endParaRPr/>
          </a:p>
        </p:txBody>
      </p:sp>
      <p:sp>
        <p:nvSpPr>
          <p:cNvPr id="7" name="TextBox 1"/>
          <p:cNvSpPr/>
          <p:nvPr/>
        </p:nvSpPr>
        <p:spPr>
          <a:xfrm>
            <a:off x="635400" y="92844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78971" y="1681838"/>
            <a:ext cx="1213103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 информационных систем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масштабу (локальные, корпоративные);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сфере применения (экономические, медицинские, образовательные);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режиму работы (онлайн, офлайн);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степени автоматизации (ручные, автоматизированные, автоматические);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архитектуре (клиент‑серверные, облачные).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 Понятие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«пользователь информационной системы». Классификация пользователей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 ИС — человек или организация, использующая систему для решения задач.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конечные пользователи (бухгалтеры, менеджеры);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администраторы (настройка и поддержка);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разработчики (создание и модернизация);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внешние пользователи (аудиторы, госорганы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 Классификация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ИС по сфере 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применения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(1С, SAP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медицинские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(электронные медкарты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образовательные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(LMS‑платформы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производственные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(MES, ERP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торговые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(CRM, POS‑системы).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BFAF9745-E5AB-4204-A3F6-9139D12B2791}" type="slidenum">
              <a:t>24</a:t>
            </a:fld>
            <a:endParaRPr/>
          </a:p>
        </p:txBody>
      </p:sp>
      <p:sp>
        <p:nvSpPr>
          <p:cNvPr id="7" name="TextBox 1"/>
          <p:cNvSpPr/>
          <p:nvPr/>
        </p:nvSpPr>
        <p:spPr>
          <a:xfrm>
            <a:off x="635400" y="92844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5399" y="1734090"/>
            <a:ext cx="1196590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Документы в свободном и фиксированном форматах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Свободный формат: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 не регламентирована;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примеры: письмо, доклад, статья.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Фиксированный формат: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строго заданная структура;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примеры: ТОРГ‑12, счёт‑фактура, налоговая декларация.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 Определение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понятия «экономический документ»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Экономический документ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зафиксированная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на носителе информация о финансово‑хозяйственных операциях, имеющая юридическую силу (накладные, акты, платёжные поручения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11. Отличия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БД свободного и жёсткого форматов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БД свободного 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формата: гибкая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структура; подходит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для неструктурированных данных (тексты, изображения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пример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БД жёсткого 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формата: строгая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схема 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данных; реляционные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таблицы;пример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11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BFAF9745-E5AB-4204-A3F6-9139D12B2791}" type="slidenum">
              <a:t>25</a:t>
            </a:fld>
            <a:endParaRPr/>
          </a:p>
        </p:txBody>
      </p:sp>
      <p:sp>
        <p:nvSpPr>
          <p:cNvPr id="7" name="TextBox 1"/>
          <p:cNvSpPr/>
          <p:nvPr/>
        </p:nvSpPr>
        <p:spPr>
          <a:xfrm>
            <a:off x="635400" y="92844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32980" y="1834920"/>
            <a:ext cx="1223554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12. Взаимосвязь понятий «атрибут» и «СЕИ»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Атрибут — отдельная характеристика объекта (например, «цена», «дата»).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СЕИ (составной элемент информации) — </a:t>
            </a: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группа атрибутов, описывающая сущность (например, «товар»: цена + дата + количество).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Взаимосвязь: СЕИ состоит из набора атрибутов.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13. Понятие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«экономическая информационная система» (ЭИС). Общие свойства систем на примере ЭИС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ЭИС — комплекс средств для сбора, хранения и обработки экономической информации (1С, SAP).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Общие 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свойства: целостность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(все компоненты взаимосвязаны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иерархичность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(уровни управления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адаптивность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(способность к изменениям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открытость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(взаимодействие с внешней средой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14. Принципы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создания ЭИС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 — объединение данных из разных источников.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Модульность — разделение на независимые блоки (учёт, логистика).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Гибкость — возможность адаптации к изменениям.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Надёжность — защита от сбоев и потерь данных.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 — оптимальное соотношение затрат и результатов.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Стандартизация — использование единых форматов и протоколов.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197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BFAF9745-E5AB-4204-A3F6-9139D12B2791}" type="slidenum">
              <a:t>26</a:t>
            </a:fld>
            <a:endParaRPr/>
          </a:p>
        </p:txBody>
      </p:sp>
      <p:sp>
        <p:nvSpPr>
          <p:cNvPr id="7" name="TextBox 1"/>
          <p:cNvSpPr/>
          <p:nvPr/>
        </p:nvSpPr>
        <p:spPr>
          <a:xfrm>
            <a:off x="635400" y="77796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32980" y="1533960"/>
            <a:ext cx="1180706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15. Примеры объектов предметной области экономических систем</a:t>
            </a:r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предприятия и организации (ООО, АО, ИП);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товары и услуги;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финансовые операции (платежи, кредиты, инвестиции);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контрагенты (поставщики, покупатели);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активы и обязательства;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документы (накладные, счета‑фактуры, акты);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сотрудники и штатные единицы.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16. Факторы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определяющие различие между атрибутом‑признаком и атрибутом‑основанием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Атрибут‑признак характеризует качественную сторону объекта (наименование товара, единица измерения, реквизиты контрагента).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Атрибут‑основание отражает количественно‑суммовые показатели (количество, цена, сумма, ставка НДС).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 различия: тип данных и цель использования — признаки идентифицируют, основания измеряют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17.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Как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определяется значение 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СЕИ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набором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атрибутов, описывающих сущность;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конкретными значениями этих атрибутов в рамках документа или записи;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контекстом использования (например, «товар» включает атрибуты: наименование, количество, цена).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24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BFAF9745-E5AB-4204-A3F6-9139D12B2791}" type="slidenum">
              <a:t>27</a:t>
            </a:fld>
            <a:endParaRPr/>
          </a:p>
        </p:txBody>
      </p:sp>
      <p:sp>
        <p:nvSpPr>
          <p:cNvPr id="7" name="TextBox 1"/>
          <p:cNvSpPr/>
          <p:nvPr/>
        </p:nvSpPr>
        <p:spPr>
          <a:xfrm>
            <a:off x="635400" y="77796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2980" y="1623392"/>
            <a:ext cx="1168690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18. Свойства и типы реквизитов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уникальность; однозначность; полнота; актуальность; достоверность.</a:t>
            </a:r>
          </a:p>
          <a:p>
            <a:r>
              <a:rPr lang="ru-RU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Типы: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реквизиты‑признаки (качественные характеристики);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реквизиты‑основания (количественные и суммовые показатели).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19. Определение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понятий «имя реквизита» и «множество значений» (домен) реквизита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Имя реквизита — уникальное обозначение атрибута (например, «Дата документа», «ИНН покупателя»).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Множество значений (домен) 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допустимый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набор значений для реквизита (например, домен для «Дата» — все корректные даты; для «Ставка НДС» — 0 %, 10 %, 20 %).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20. Допустимые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операции над показателями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суммирование (подсчёт итогов);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усреднение (расчёт средних значений);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 (анализ отклонений);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 (выбор по условиям);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группировка (объединение по признакам);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сортировка (упорядочивание по возрастанию/убыванию);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расчёт процентов и 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долей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328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BFAF9745-E5AB-4204-A3F6-9139D12B2791}" type="slidenum">
              <a:t>28</a:t>
            </a:fld>
            <a:endParaRPr/>
          </a:p>
        </p:txBody>
      </p:sp>
      <p:sp>
        <p:nvSpPr>
          <p:cNvPr id="7" name="TextBox 1"/>
          <p:cNvSpPr/>
          <p:nvPr/>
        </p:nvSpPr>
        <p:spPr>
          <a:xfrm>
            <a:off x="635400" y="77796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35400" y="1849815"/>
            <a:ext cx="1206169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21. Аспекты классификации показателей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функции управления (плановые, учётные, аналитические);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уровню агрегирования (индивидуальные, групповые, сводные);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периоду (оперативные, текущие, стратегические);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форме представления (натуральные, стоимостные, трудовые);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степени стабильности (переменные, постоянные);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 назначению (финансовые, производственные, кадровые).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22. Иерархия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экономических показателей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Организована по уровням детализации: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низший уровень — первичные данные (количество товара, цена за единицу);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средний уровень — агрегированные показатели (выручка по отделу, затраты на проект);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высший уровень — сводные показатели (общая выручка компании, чистая прибыль).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19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BFAF9745-E5AB-4204-A3F6-9139D12B2791}" type="slidenum">
              <a:t>29</a:t>
            </a:fld>
            <a:endParaRPr/>
          </a:p>
        </p:txBody>
      </p:sp>
      <p:sp>
        <p:nvSpPr>
          <p:cNvPr id="7" name="TextBox 1"/>
          <p:cNvSpPr/>
          <p:nvPr/>
        </p:nvSpPr>
        <p:spPr>
          <a:xfrm>
            <a:off x="635400" y="77796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5400" y="1533960"/>
            <a:ext cx="1179173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effectLst/>
                <a:latin typeface="YS Geo"/>
              </a:rPr>
              <a:t>23. Основные разновидности документов в системах управления субъектами хозяйствования</a:t>
            </a:r>
            <a:endParaRPr lang="ru-RU" b="0" dirty="0" smtClean="0">
              <a:effectLst/>
              <a:latin typeface="YS Ge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YS Geo"/>
              </a:rPr>
              <a:t>первичные учётные документы (накладные, акты, кассовые ордера);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YS Geo"/>
              </a:rPr>
              <a:t>распорядительные документы (приказы, распоряжения);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YS Geo"/>
              </a:rPr>
              <a:t>нормативные документы (стандарты, регламенты);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YS Geo"/>
              </a:rPr>
              <a:t>отчётные документы (бухгалтерские балансы, налоговые декларации);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YS Geo"/>
              </a:rPr>
              <a:t>договорные документы (контракты, соглашения);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YS Geo"/>
              </a:rPr>
              <a:t>кадровые документы (трудовые договоры, приказы о приёме/увольнении).</a:t>
            </a:r>
          </a:p>
          <a:p>
            <a:r>
              <a:rPr lang="ru-RU" b="1" dirty="0" smtClean="0"/>
              <a:t>24. Примеры</a:t>
            </a:r>
            <a:r>
              <a:rPr lang="ru-RU" b="1" dirty="0"/>
              <a:t> типичных экономических документов и анализ их структуры</a:t>
            </a:r>
            <a:endParaRPr lang="ru-RU" dirty="0"/>
          </a:p>
          <a:p>
            <a:r>
              <a:rPr lang="ru-RU" dirty="0"/>
              <a:t>Счёт‑фактура:</a:t>
            </a:r>
          </a:p>
          <a:p>
            <a:pPr lvl="1"/>
            <a:r>
              <a:rPr lang="ru-RU" dirty="0"/>
              <a:t>шапка (реквизиты продавца и покупателя);</a:t>
            </a:r>
          </a:p>
          <a:p>
            <a:pPr lvl="1"/>
            <a:r>
              <a:rPr lang="ru-RU" dirty="0"/>
              <a:t>таблица товаров (наименование, количество, цена, сумма);</a:t>
            </a:r>
          </a:p>
          <a:p>
            <a:pPr lvl="1"/>
            <a:r>
              <a:rPr lang="ru-RU" dirty="0"/>
              <a:t>итоговая часть (общая сумма, НДС);</a:t>
            </a:r>
          </a:p>
          <a:p>
            <a:pPr lvl="1"/>
            <a:r>
              <a:rPr lang="ru-RU" dirty="0"/>
              <a:t>подписи и печати.</a:t>
            </a:r>
          </a:p>
          <a:p>
            <a:r>
              <a:rPr lang="ru-RU" dirty="0"/>
              <a:t>Товарная накладная (ТОРГ‑12):</a:t>
            </a:r>
          </a:p>
          <a:p>
            <a:pPr lvl="1"/>
            <a:r>
              <a:rPr lang="ru-RU" dirty="0"/>
              <a:t>реквизиты сторон;</a:t>
            </a:r>
          </a:p>
          <a:p>
            <a:pPr lvl="1"/>
            <a:r>
              <a:rPr lang="ru-RU" dirty="0"/>
              <a:t>перечень товаров с количеством и ценой;</a:t>
            </a:r>
          </a:p>
          <a:p>
            <a:pPr lvl="1"/>
            <a:r>
              <a:rPr lang="ru-RU" dirty="0"/>
              <a:t>сведения о транспортировке;</a:t>
            </a:r>
          </a:p>
          <a:p>
            <a:pPr lvl="1"/>
            <a:r>
              <a:rPr lang="ru-RU" dirty="0"/>
              <a:t>подписи ответственных лиц.</a:t>
            </a:r>
          </a:p>
          <a:p>
            <a:endParaRPr lang="ru-RU" b="0" i="0" dirty="0">
              <a:effectLst/>
              <a:latin typeface="YS Geo"/>
            </a:endParaRPr>
          </a:p>
        </p:txBody>
      </p:sp>
    </p:spTree>
    <p:extLst>
      <p:ext uri="{BB962C8B-B14F-4D97-AF65-F5344CB8AC3E}">
        <p14:creationId xmlns:p14="http://schemas.microsoft.com/office/powerpoint/2010/main" val="80504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BFAF9745-E5AB-4204-A3F6-9139D12B2791}" type="slidenum">
              <a:t>30</a:t>
            </a:fld>
            <a:endParaRPr/>
          </a:p>
        </p:txBody>
      </p:sp>
      <p:sp>
        <p:nvSpPr>
          <p:cNvPr id="7" name="TextBox 1"/>
          <p:cNvSpPr/>
          <p:nvPr/>
        </p:nvSpPr>
        <p:spPr>
          <a:xfrm>
            <a:off x="626691" y="62748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2549" y="1208227"/>
            <a:ext cx="1257517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25. Примеры экономических документов и их реквизитный анализ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Платёжное поручение: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реквизиты‑признаки: номер, дата, реквизиты плательщика и получателя, назначение платежа;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реквизиты‑основания: сумма, ставка НДС.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Акт выполненных работ: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реквизиты‑признаки: номер, дата, стороны договора, описание работ;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реквизиты‑основания: объём работ, стоимость, итоговая сумма.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Кассовый чек: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реквизиты‑признаки: дата, время, наименование продавца, ИНН;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реквизиты‑основания: наименование товара, количество, цена, итоговая сумма.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26. Операции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над СЕИ экономических документов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ввод и редактирование данных;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(проверка корректности значений);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агрегация (суммирование, усреднение);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 и поиск;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сортировка по атрибутам;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экспорт/импорт данных;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архивирование и удаление устаревших записей;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связывание СЕИ между документами (например, накладная → счёт‑фактура).</a:t>
            </a:r>
          </a:p>
          <a:p>
            <a:pPr lvl="1"/>
            <a:endParaRPr lang="ru-RU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963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BFAF9745-E5AB-4204-A3F6-9139D12B2791}" type="slidenum">
              <a:t>31</a:t>
            </a:fld>
            <a:endParaRPr/>
          </a:p>
        </p:txBody>
      </p:sp>
      <p:sp>
        <p:nvSpPr>
          <p:cNvPr id="7" name="TextBox 1"/>
          <p:cNvSpPr/>
          <p:nvPr/>
        </p:nvSpPr>
        <p:spPr>
          <a:xfrm>
            <a:off x="626691" y="627480"/>
            <a:ext cx="1072800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chemeClr val="dk1"/>
                </a:solidFill>
                <a:latin typeface="Times New Roman"/>
                <a:ea typeface="Microsoft YaHei"/>
              </a:rPr>
              <a:t>Контрольные вопросы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35430" y="1316917"/>
            <a:ext cx="1237488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effectLst/>
                <a:latin typeface="YS Geo"/>
              </a:rPr>
              <a:t>27. Понятие унифицированной системы документации</a:t>
            </a:r>
            <a:endParaRPr lang="ru-RU" b="0" dirty="0" smtClean="0">
              <a:effectLst/>
              <a:latin typeface="YS Geo"/>
            </a:endParaRPr>
          </a:p>
          <a:p>
            <a:r>
              <a:rPr lang="ru-RU" dirty="0" smtClean="0">
                <a:effectLst/>
                <a:latin typeface="YS Geo"/>
              </a:rPr>
              <a:t>Унифицированная система документации (УСД)</a:t>
            </a:r>
            <a:r>
              <a:rPr lang="ru-RU" b="0" smtClean="0">
                <a:effectLst/>
                <a:latin typeface="YS Geo"/>
              </a:rPr>
              <a:t> -стандартизированный</a:t>
            </a:r>
            <a:r>
              <a:rPr lang="ru-RU" b="0" dirty="0" smtClean="0">
                <a:effectLst/>
                <a:latin typeface="YS Geo"/>
              </a:rPr>
              <a:t> набор форм и правил оформления документов в определённой сфере (например, УСД бухгалтерского учёта). Обеспечивает: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YS Geo"/>
              </a:rPr>
              <a:t>единообразие структуры документов;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YS Geo"/>
              </a:rPr>
              <a:t>совместимость данных между организациями;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YS Geo"/>
              </a:rPr>
              <a:t>упрощение обработки и хранения информации;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YS Geo"/>
              </a:rPr>
              <a:t>соответствие законодательным требованиям.</a:t>
            </a:r>
          </a:p>
          <a:p>
            <a:r>
              <a:rPr lang="ru-RU" b="1" dirty="0" smtClean="0"/>
              <a:t>28. Использование</a:t>
            </a:r>
            <a:r>
              <a:rPr lang="ru-RU" b="1" dirty="0"/>
              <a:t> баз данных для отображения СЕИ</a:t>
            </a:r>
            <a:endParaRPr lang="ru-RU" dirty="0"/>
          </a:p>
          <a:p>
            <a:r>
              <a:rPr lang="ru-RU" dirty="0"/>
              <a:t>Базы данных (БД) позволяют: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хранить СЕИ в структурированном виде (таблицы, записи);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обеспечивать быстрый поиск и доступ к данным;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поддерживать целостность и актуальность информации;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реализовывать связи между СЕИ (например, документ → позиции → контрагенты);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автоматизировать обработку данных (отчёты, аналитика);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масштабировать объём хранимых данных;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разграничивать права доступа пользователей.</a:t>
            </a:r>
          </a:p>
          <a:p>
            <a:r>
              <a:rPr lang="ru-RU" dirty="0"/>
              <a:t>Примеры: реляционные БД (</a:t>
            </a:r>
            <a:r>
              <a:rPr lang="ru-RU" dirty="0" err="1"/>
              <a:t>MySQL</a:t>
            </a:r>
            <a:r>
              <a:rPr lang="ru-RU" dirty="0"/>
              <a:t>, </a:t>
            </a:r>
            <a:r>
              <a:rPr lang="ru-RU" dirty="0" err="1"/>
              <a:t>PostgreSQL</a:t>
            </a:r>
            <a:r>
              <a:rPr lang="ru-RU" dirty="0"/>
              <a:t>) для жёстких форматов; </a:t>
            </a:r>
            <a:r>
              <a:rPr lang="ru-RU" dirty="0" err="1"/>
              <a:t>NoSQL</a:t>
            </a:r>
            <a:r>
              <a:rPr lang="ru-RU" dirty="0"/>
              <a:t> (</a:t>
            </a:r>
            <a:r>
              <a:rPr lang="ru-RU" dirty="0" err="1"/>
              <a:t>MongoDB</a:t>
            </a:r>
            <a:r>
              <a:rPr lang="ru-RU" dirty="0"/>
              <a:t>) для гибких </a:t>
            </a:r>
            <a:r>
              <a:rPr lang="ru-RU" dirty="0" smtClean="0"/>
              <a:t>структур.</a:t>
            </a:r>
            <a:endParaRPr lang="ru-RU" dirty="0"/>
          </a:p>
          <a:p>
            <a:endParaRPr lang="ru-RU" b="0" i="0" dirty="0">
              <a:effectLst/>
              <a:latin typeface="YS Geo"/>
            </a:endParaRPr>
          </a:p>
        </p:txBody>
      </p:sp>
    </p:spTree>
    <p:extLst>
      <p:ext uri="{BB962C8B-B14F-4D97-AF65-F5344CB8AC3E}">
        <p14:creationId xmlns:p14="http://schemas.microsoft.com/office/powerpoint/2010/main" val="317842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Box 1"/>
          <p:cNvSpPr/>
          <p:nvPr/>
        </p:nvSpPr>
        <p:spPr>
          <a:xfrm>
            <a:off x="900720" y="1057079"/>
            <a:ext cx="910476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 smtClean="0">
                <a:solidFill>
                  <a:srgbClr val="000000"/>
                </a:solidFill>
                <a:latin typeface="Times New Roman"/>
                <a:ea typeface="Microsoft YaHei"/>
              </a:rPr>
              <a:t>Вывод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4" name="Прямоугольник 5"/>
          <p:cNvSpPr/>
          <p:nvPr/>
        </p:nvSpPr>
        <p:spPr>
          <a:xfrm>
            <a:off x="671760" y="2356560"/>
            <a:ext cx="12164674" cy="12763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7000"/>
              </a:lnSpc>
              <a:spcAft>
                <a:spcPts val="799"/>
              </a:spcAft>
            </a:pPr>
            <a:r>
              <a:rPr lang="ru-RU" sz="2400" b="0" u="none" strike="noStrike" dirty="0" smtClean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работы мы 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провели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реквизитный 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документа, выделили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финансовые и экономические 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реквизиты,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создали диаграмму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BPMN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соответствующую базу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данных, ответили на контрольные вопросы.</a:t>
            </a:r>
            <a:endParaRPr lang="ru-RU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C2CB3A38-3525-44C5-9295-DE2E6BBB75EF}" type="slidenum"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225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TextBox 1"/>
          <p:cNvSpPr/>
          <p:nvPr/>
        </p:nvSpPr>
        <p:spPr>
          <a:xfrm>
            <a:off x="935640" y="834840"/>
            <a:ext cx="10950840" cy="60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</a:pPr>
            <a:r>
              <a:rPr lang="ru-RU" sz="3600" b="1" dirty="0">
                <a:solidFill>
                  <a:srgbClr val="000000"/>
                </a:solidFill>
                <a:latin typeface="Times New Roman"/>
                <a:ea typeface="Microsoft YaHei"/>
              </a:rPr>
              <a:t>И</a:t>
            </a:r>
            <a:r>
              <a:rPr lang="ru-RU" sz="3600" b="1" u="none" strike="noStrike" dirty="0" smtClean="0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сточники информации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71"/>
          </p:nvPr>
        </p:nvSpPr>
        <p:spPr/>
        <p:txBody>
          <a:bodyPr/>
          <a:lstStyle/>
          <a:p>
            <a:fld id="{D0AE2DA0-1D21-4C08-BA08-B2E908E38D91}" type="slidenum">
              <a:t>33</a:t>
            </a:fld>
            <a:endParaRPr/>
          </a:p>
        </p:txBody>
      </p:sp>
      <p:sp>
        <p:nvSpPr>
          <p:cNvPr id="3" name="Прямоугольник 2"/>
          <p:cNvSpPr/>
          <p:nvPr/>
        </p:nvSpPr>
        <p:spPr>
          <a:xfrm>
            <a:off x="935640" y="1998191"/>
            <a:ext cx="11566051" cy="25340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 smtClean="0">
                <a:hlinkClick r:id="rId2"/>
              </a:rPr>
              <a:t>https://</a:t>
            </a:r>
            <a:r>
              <a:rPr lang="ru-RU" dirty="0" smtClean="0">
                <a:hlinkClick r:id="rId2"/>
              </a:rPr>
              <a:t>glavkniga.ru/situations/k518670</a:t>
            </a:r>
            <a:endParaRPr lang="ru-RU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www.rbc.ru/industries/news/68dd06d89a79471f5a8bc936</a:t>
            </a:r>
            <a:endParaRPr lang="ru-RU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www.kontur-extern.ru/forms/45366-forma_torg_12?utm_referrer=https%3a%2f%2falice.yandex.ru%2f</a:t>
            </a:r>
            <a:endParaRPr lang="ru-RU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www.business.ru/article/4585-tovarnaya-nakladnaya-torg-12</a:t>
            </a:r>
            <a:endParaRPr lang="ru-RU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linkClick r:id="rId6"/>
              </a:rPr>
              <a:t>https://robokassa.com/blog/articles/platezhnoe-poruchenie-dlya-biznesa</a:t>
            </a:r>
            <a:r>
              <a:rPr lang="en-US" dirty="0" smtClean="0">
                <a:hlinkClick r:id="rId6"/>
              </a:rPr>
              <a:t>/</a:t>
            </a:r>
            <a:endParaRPr lang="ru-RU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PlaceHolder 1"/>
          <p:cNvSpPr>
            <a:spLocks noGrp="1"/>
          </p:cNvSpPr>
          <p:nvPr>
            <p:ph type="title"/>
          </p:nvPr>
        </p:nvSpPr>
        <p:spPr>
          <a:xfrm>
            <a:off x="917640" y="1616040"/>
            <a:ext cx="10422360" cy="219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4"/>
              </a:spcBef>
              <a:spcAft>
                <a:spcPts val="14"/>
              </a:spcAft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СПАСИБО ЗА ВНИМАНИЕ!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6" name="Rectangle 2"/>
          <p:cNvSpPr/>
          <p:nvPr/>
        </p:nvSpPr>
        <p:spPr>
          <a:xfrm>
            <a:off x="914400" y="6126120"/>
            <a:ext cx="2145240" cy="33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4"/>
              </a:spcBef>
              <a:spcAft>
                <a:spcPts val="14"/>
              </a:spcAft>
              <a:tabLst>
                <a:tab pos="914400" algn="l"/>
                <a:tab pos="182880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Нижний Новгород, 2026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theme/theme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7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8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9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0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1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2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3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4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5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6.xml><?xml version="1.0" encoding="utf-8"?>
<a:theme xmlns:a="http://schemas.openxmlformats.org/drawingml/2006/main" name="Тема Office">
  <a:themeElements>
    <a:clrScheme name="Тема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Тема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7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5067</TotalTime>
  <Words>1010</Words>
  <Application>Microsoft Office PowerPoint</Application>
  <PresentationFormat>Произвольный</PresentationFormat>
  <Paragraphs>385</Paragraphs>
  <Slides>34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166</vt:i4>
      </vt:variant>
      <vt:variant>
        <vt:lpstr>Заголовки слайдов</vt:lpstr>
      </vt:variant>
      <vt:variant>
        <vt:i4>34</vt:i4>
      </vt:variant>
    </vt:vector>
  </HeadingPairs>
  <TitlesOfParts>
    <vt:vector size="210" baseType="lpstr">
      <vt:lpstr>Microsoft YaHei</vt:lpstr>
      <vt:lpstr>-apple-system</vt:lpstr>
      <vt:lpstr>Arial</vt:lpstr>
      <vt:lpstr>Calibri</vt:lpstr>
      <vt:lpstr>DejaVu Sans</vt:lpstr>
      <vt:lpstr>Poppins</vt:lpstr>
      <vt:lpstr>Symbol</vt:lpstr>
      <vt:lpstr>Times New Roman</vt:lpstr>
      <vt:lpstr>Wingdings</vt:lpstr>
      <vt:lpstr>YS Geo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Тема Office</vt:lpstr>
      <vt:lpstr>   Лабораторная работа №2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Microsoft Office User</dc:creator>
  <dc:description/>
  <cp:lastModifiedBy>Полина</cp:lastModifiedBy>
  <cp:revision>310</cp:revision>
  <cp:lastPrinted>1601-01-01T00:00:00Z</cp:lastPrinted>
  <dcterms:created xsi:type="dcterms:W3CDTF">2022-10-16T13:54:41Z</dcterms:created>
  <dcterms:modified xsi:type="dcterms:W3CDTF">2026-02-25T21:12:09Z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Произвольный</vt:lpwstr>
  </property>
  <property fmtid="{D5CDD505-2E9C-101B-9397-08002B2CF9AE}" pid="4" name="Slides">
    <vt:i4>8</vt:i4>
  </property>
</Properties>
</file>